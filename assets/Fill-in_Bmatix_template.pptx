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500" r:id="rId2"/>
    <p:sldId id="663" r:id="rId3"/>
    <p:sldId id="501" r:id="rId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nder Van Oostende | Bmatix BE" userId="33f30d6d-c7cc-4605-8842-2d1a471b841f" providerId="ADAL" clId="{D55F3678-0DC1-4A9C-8B1A-437591358A97}"/>
    <pc:docChg chg="modSld">
      <pc:chgData name="Xander Van Oostende | Bmatix BE" userId="33f30d6d-c7cc-4605-8842-2d1a471b841f" providerId="ADAL" clId="{D55F3678-0DC1-4A9C-8B1A-437591358A97}" dt="2026-05-26T11:49:35.636" v="19" actId="207"/>
      <pc:docMkLst>
        <pc:docMk/>
      </pc:docMkLst>
      <pc:sldChg chg="modSp mod">
        <pc:chgData name="Xander Van Oostende | Bmatix BE" userId="33f30d6d-c7cc-4605-8842-2d1a471b841f" providerId="ADAL" clId="{D55F3678-0DC1-4A9C-8B1A-437591358A97}" dt="2026-05-26T11:36:45.750" v="15" actId="20577"/>
        <pc:sldMkLst>
          <pc:docMk/>
          <pc:sldMk cId="2601901666" sldId="501"/>
        </pc:sldMkLst>
        <pc:spChg chg="mod">
          <ac:chgData name="Xander Van Oostende | Bmatix BE" userId="33f30d6d-c7cc-4605-8842-2d1a471b841f" providerId="ADAL" clId="{D55F3678-0DC1-4A9C-8B1A-437591358A97}" dt="2026-05-26T11:36:45.750" v="15" actId="20577"/>
          <ac:spMkLst>
            <pc:docMk/>
            <pc:sldMk cId="2601901666" sldId="501"/>
            <ac:spMk id="22" creationId="{F444DEDD-57CF-50AC-7807-B3E1D6F06871}"/>
          </ac:spMkLst>
        </pc:spChg>
      </pc:sldChg>
      <pc:sldChg chg="modSp mod">
        <pc:chgData name="Xander Van Oostende | Bmatix BE" userId="33f30d6d-c7cc-4605-8842-2d1a471b841f" providerId="ADAL" clId="{D55F3678-0DC1-4A9C-8B1A-437591358A97}" dt="2026-05-26T11:49:35.636" v="19" actId="207"/>
        <pc:sldMkLst>
          <pc:docMk/>
          <pc:sldMk cId="681946893" sldId="663"/>
        </pc:sldMkLst>
        <pc:spChg chg="mod">
          <ac:chgData name="Xander Van Oostende | Bmatix BE" userId="33f30d6d-c7cc-4605-8842-2d1a471b841f" providerId="ADAL" clId="{D55F3678-0DC1-4A9C-8B1A-437591358A97}" dt="2026-05-26T11:49:27.445" v="16" actId="207"/>
          <ac:spMkLst>
            <pc:docMk/>
            <pc:sldMk cId="681946893" sldId="663"/>
            <ac:spMk id="3" creationId="{24E2AC68-E09D-9B8B-4879-15ECAE956F5B}"/>
          </ac:spMkLst>
        </pc:spChg>
        <pc:spChg chg="mod">
          <ac:chgData name="Xander Van Oostende | Bmatix BE" userId="33f30d6d-c7cc-4605-8842-2d1a471b841f" providerId="ADAL" clId="{D55F3678-0DC1-4A9C-8B1A-437591358A97}" dt="2026-05-26T11:49:35.636" v="19" actId="207"/>
          <ac:spMkLst>
            <pc:docMk/>
            <pc:sldMk cId="681946893" sldId="663"/>
            <ac:spMk id="5" creationId="{01116687-72BC-AB05-6781-294E0891B1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7E79B9E0-D7E0-5467-2D6B-E6A706A63E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9837" y="3468875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1A0783C-E133-846E-8B10-75C122EDB9D6}"/>
              </a:ext>
            </a:extLst>
          </p:cNvPr>
          <p:cNvSpPr/>
          <p:nvPr userDrawn="1"/>
        </p:nvSpPr>
        <p:spPr>
          <a:xfrm>
            <a:off x="0" y="0"/>
            <a:ext cx="5446756" cy="6869723"/>
          </a:xfrm>
          <a:custGeom>
            <a:avLst/>
            <a:gdLst>
              <a:gd name="connsiteX0" fmla="*/ 0 w 6095981"/>
              <a:gd name="connsiteY0" fmla="*/ 0 h 6869723"/>
              <a:gd name="connsiteX1" fmla="*/ 4467024 w 6095981"/>
              <a:gd name="connsiteY1" fmla="*/ 0 h 6869723"/>
              <a:gd name="connsiteX2" fmla="*/ 4513258 w 6095981"/>
              <a:gd name="connsiteY2" fmla="*/ 36333 h 6869723"/>
              <a:gd name="connsiteX3" fmla="*/ 6095981 w 6095981"/>
              <a:gd name="connsiteY3" fmla="*/ 3392425 h 6869723"/>
              <a:gd name="connsiteX4" fmla="*/ 6095981 w 6095981"/>
              <a:gd name="connsiteY4" fmla="*/ 3465565 h 6869723"/>
              <a:gd name="connsiteX5" fmla="*/ 4513258 w 6095981"/>
              <a:gd name="connsiteY5" fmla="*/ 6821656 h 6869723"/>
              <a:gd name="connsiteX6" fmla="*/ 4452092 w 6095981"/>
              <a:gd name="connsiteY6" fmla="*/ 6869723 h 6869723"/>
              <a:gd name="connsiteX7" fmla="*/ 0 w 6095981"/>
              <a:gd name="connsiteY7" fmla="*/ 6869723 h 6869723"/>
              <a:gd name="connsiteX8" fmla="*/ 0 w 6095981"/>
              <a:gd name="connsiteY8" fmla="*/ 0 h 686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5981" h="6869723">
                <a:moveTo>
                  <a:pt x="0" y="0"/>
                </a:moveTo>
                <a:lnTo>
                  <a:pt x="4467024" y="0"/>
                </a:lnTo>
                <a:lnTo>
                  <a:pt x="4513258" y="36333"/>
                </a:lnTo>
                <a:cubicBezTo>
                  <a:pt x="5479867" y="834049"/>
                  <a:pt x="6095981" y="2041287"/>
                  <a:pt x="6095981" y="3392425"/>
                </a:cubicBezTo>
                <a:lnTo>
                  <a:pt x="6095981" y="3465565"/>
                </a:lnTo>
                <a:cubicBezTo>
                  <a:pt x="6095981" y="4816703"/>
                  <a:pt x="5479867" y="6023940"/>
                  <a:pt x="4513258" y="6821656"/>
                </a:cubicBezTo>
                <a:lnTo>
                  <a:pt x="4452092" y="6869723"/>
                </a:lnTo>
                <a:lnTo>
                  <a:pt x="0" y="6869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50C2EF">
                  <a:alpha val="27927"/>
                </a:srgbClr>
              </a:gs>
              <a:gs pos="67000">
                <a:srgbClr val="2B8CCC">
                  <a:alpha val="0"/>
                </a:srgbClr>
              </a:gs>
              <a:gs pos="88000">
                <a:srgbClr val="E11A53">
                  <a:alpha val="5033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aphic 2">
            <a:extLst>
              <a:ext uri="{FF2B5EF4-FFF2-40B4-BE49-F238E27FC236}">
                <a16:creationId xmlns:a16="http://schemas.microsoft.com/office/drawing/2014/main" id="{BDDB034B-F4AC-BA99-2DAD-4AAB640A2540}"/>
              </a:ext>
            </a:extLst>
          </p:cNvPr>
          <p:cNvGrpSpPr/>
          <p:nvPr userDrawn="1"/>
        </p:nvGrpSpPr>
        <p:grpSpPr>
          <a:xfrm>
            <a:off x="1176069" y="2876116"/>
            <a:ext cx="3094619" cy="1105769"/>
            <a:chOff x="1495832" y="2697093"/>
            <a:chExt cx="3094619" cy="1105769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5ECB5C6-9A11-E0B2-4A89-1E8223674751}"/>
                </a:ext>
              </a:extLst>
            </p:cNvPr>
            <p:cNvSpPr/>
            <p:nvPr/>
          </p:nvSpPr>
          <p:spPr>
            <a:xfrm>
              <a:off x="3513244" y="3732151"/>
              <a:ext cx="1074464" cy="70711"/>
            </a:xfrm>
            <a:custGeom>
              <a:avLst/>
              <a:gdLst>
                <a:gd name="connsiteX0" fmla="*/ 3772 w 1074464"/>
                <a:gd name="connsiteY0" fmla="*/ 70711 h 70711"/>
                <a:gd name="connsiteX1" fmla="*/ 0 w 1074464"/>
                <a:gd name="connsiteY1" fmla="*/ 42530 h 70711"/>
                <a:gd name="connsiteX2" fmla="*/ 1074464 w 1074464"/>
                <a:gd name="connsiteY2" fmla="*/ 8812 h 70711"/>
                <a:gd name="connsiteX3" fmla="*/ 1073074 w 1074464"/>
                <a:gd name="connsiteY3" fmla="*/ 37196 h 70711"/>
                <a:gd name="connsiteX4" fmla="*/ 3772 w 1074464"/>
                <a:gd name="connsiteY4" fmla="*/ 70711 h 7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4464" h="70711">
                  <a:moveTo>
                    <a:pt x="3772" y="70711"/>
                  </a:moveTo>
                  <a:lnTo>
                    <a:pt x="0" y="42530"/>
                  </a:lnTo>
                  <a:cubicBezTo>
                    <a:pt x="412502" y="-12626"/>
                    <a:pt x="850252" y="-2288"/>
                    <a:pt x="1074464" y="8812"/>
                  </a:cubicBezTo>
                  <a:lnTo>
                    <a:pt x="1073074" y="37196"/>
                  </a:lnTo>
                  <a:cubicBezTo>
                    <a:pt x="849801" y="26166"/>
                    <a:pt x="414020" y="15828"/>
                    <a:pt x="3772" y="7071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3CDF637-3DA8-E949-C6DD-D70FEF39A310}"/>
                </a:ext>
              </a:extLst>
            </p:cNvPr>
            <p:cNvSpPr/>
            <p:nvPr/>
          </p:nvSpPr>
          <p:spPr>
            <a:xfrm>
              <a:off x="2185040" y="2962777"/>
              <a:ext cx="686231" cy="444137"/>
            </a:xfrm>
            <a:custGeom>
              <a:avLst/>
              <a:gdLst>
                <a:gd name="connsiteX0" fmla="*/ 0 w 686231"/>
                <a:gd name="connsiteY0" fmla="*/ 427755 h 444137"/>
                <a:gd name="connsiteX1" fmla="*/ 0 w 686231"/>
                <a:gd name="connsiteY1" fmla="*/ 27305 h 444137"/>
                <a:gd name="connsiteX2" fmla="*/ 15468 w 686231"/>
                <a:gd name="connsiteY2" fmla="*/ 10922 h 444137"/>
                <a:gd name="connsiteX3" fmla="*/ 94653 w 686231"/>
                <a:gd name="connsiteY3" fmla="*/ 10922 h 444137"/>
                <a:gd name="connsiteX4" fmla="*/ 111030 w 686231"/>
                <a:gd name="connsiteY4" fmla="*/ 27305 h 444137"/>
                <a:gd name="connsiteX5" fmla="*/ 111030 w 686231"/>
                <a:gd name="connsiteY5" fmla="*/ 74632 h 444137"/>
                <a:gd name="connsiteX6" fmla="*/ 114675 w 686231"/>
                <a:gd name="connsiteY6" fmla="*/ 74632 h 444137"/>
                <a:gd name="connsiteX7" fmla="*/ 165189 w 686231"/>
                <a:gd name="connsiteY7" fmla="*/ 19571 h 444137"/>
                <a:gd name="connsiteX8" fmla="*/ 243916 w 686231"/>
                <a:gd name="connsiteY8" fmla="*/ 0 h 444137"/>
                <a:gd name="connsiteX9" fmla="*/ 377704 w 686231"/>
                <a:gd name="connsiteY9" fmla="*/ 81909 h 444137"/>
                <a:gd name="connsiteX10" fmla="*/ 380428 w 686231"/>
                <a:gd name="connsiteY10" fmla="*/ 81909 h 444137"/>
                <a:gd name="connsiteX11" fmla="*/ 439134 w 686231"/>
                <a:gd name="connsiteY11" fmla="*/ 21387 h 444137"/>
                <a:gd name="connsiteX12" fmla="*/ 527869 w 686231"/>
                <a:gd name="connsiteY12" fmla="*/ 0 h 444137"/>
                <a:gd name="connsiteX13" fmla="*/ 643909 w 686231"/>
                <a:gd name="connsiteY13" fmla="*/ 47784 h 444137"/>
                <a:gd name="connsiteX14" fmla="*/ 686232 w 686231"/>
                <a:gd name="connsiteY14" fmla="*/ 180207 h 444137"/>
                <a:gd name="connsiteX15" fmla="*/ 686232 w 686231"/>
                <a:gd name="connsiteY15" fmla="*/ 427755 h 444137"/>
                <a:gd name="connsiteX16" fmla="*/ 670757 w 686231"/>
                <a:gd name="connsiteY16" fmla="*/ 444138 h 444137"/>
                <a:gd name="connsiteX17" fmla="*/ 587934 w 686231"/>
                <a:gd name="connsiteY17" fmla="*/ 444138 h 444137"/>
                <a:gd name="connsiteX18" fmla="*/ 571557 w 686231"/>
                <a:gd name="connsiteY18" fmla="*/ 427755 h 444137"/>
                <a:gd name="connsiteX19" fmla="*/ 571557 w 686231"/>
                <a:gd name="connsiteY19" fmla="*/ 209328 h 444137"/>
                <a:gd name="connsiteX20" fmla="*/ 491465 w 686231"/>
                <a:gd name="connsiteY20" fmla="*/ 105575 h 444137"/>
                <a:gd name="connsiteX21" fmla="*/ 425482 w 686231"/>
                <a:gd name="connsiteY21" fmla="*/ 133331 h 444137"/>
                <a:gd name="connsiteX22" fmla="*/ 400450 w 686231"/>
                <a:gd name="connsiteY22" fmla="*/ 211150 h 444137"/>
                <a:gd name="connsiteX23" fmla="*/ 400450 w 686231"/>
                <a:gd name="connsiteY23" fmla="*/ 427755 h 444137"/>
                <a:gd name="connsiteX24" fmla="*/ 384073 w 686231"/>
                <a:gd name="connsiteY24" fmla="*/ 444138 h 444137"/>
                <a:gd name="connsiteX25" fmla="*/ 302158 w 686231"/>
                <a:gd name="connsiteY25" fmla="*/ 444138 h 444137"/>
                <a:gd name="connsiteX26" fmla="*/ 285782 w 686231"/>
                <a:gd name="connsiteY26" fmla="*/ 427755 h 444137"/>
                <a:gd name="connsiteX27" fmla="*/ 285782 w 686231"/>
                <a:gd name="connsiteY27" fmla="*/ 209328 h 444137"/>
                <a:gd name="connsiteX28" fmla="*/ 205689 w 686231"/>
                <a:gd name="connsiteY28" fmla="*/ 105575 h 444137"/>
                <a:gd name="connsiteX29" fmla="*/ 139706 w 686231"/>
                <a:gd name="connsiteY29" fmla="*/ 133331 h 444137"/>
                <a:gd name="connsiteX30" fmla="*/ 114675 w 686231"/>
                <a:gd name="connsiteY30" fmla="*/ 211150 h 444137"/>
                <a:gd name="connsiteX31" fmla="*/ 114675 w 686231"/>
                <a:gd name="connsiteY31" fmla="*/ 427755 h 444137"/>
                <a:gd name="connsiteX32" fmla="*/ 98298 w 686231"/>
                <a:gd name="connsiteY32" fmla="*/ 444138 h 444137"/>
                <a:gd name="connsiteX33" fmla="*/ 15475 w 686231"/>
                <a:gd name="connsiteY33" fmla="*/ 444138 h 444137"/>
                <a:gd name="connsiteX34" fmla="*/ 0 w 686231"/>
                <a:gd name="connsiteY34" fmla="*/ 427755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86231" h="444137">
                  <a:moveTo>
                    <a:pt x="0" y="427755"/>
                  </a:moveTo>
                  <a:lnTo>
                    <a:pt x="0" y="27305"/>
                  </a:lnTo>
                  <a:cubicBezTo>
                    <a:pt x="0" y="16383"/>
                    <a:pt x="5150" y="10922"/>
                    <a:pt x="15468" y="10922"/>
                  </a:cubicBezTo>
                  <a:lnTo>
                    <a:pt x="94653" y="10922"/>
                  </a:lnTo>
                  <a:cubicBezTo>
                    <a:pt x="105575" y="10922"/>
                    <a:pt x="111030" y="16383"/>
                    <a:pt x="111030" y="27305"/>
                  </a:cubicBezTo>
                  <a:lnTo>
                    <a:pt x="111030" y="74632"/>
                  </a:lnTo>
                  <a:lnTo>
                    <a:pt x="114675" y="74632"/>
                  </a:lnTo>
                  <a:cubicBezTo>
                    <a:pt x="125597" y="50965"/>
                    <a:pt x="142430" y="32626"/>
                    <a:pt x="165189" y="19571"/>
                  </a:cubicBezTo>
                  <a:cubicBezTo>
                    <a:pt x="187941" y="6528"/>
                    <a:pt x="214173" y="0"/>
                    <a:pt x="243916" y="0"/>
                  </a:cubicBezTo>
                  <a:cubicBezTo>
                    <a:pt x="307010" y="0"/>
                    <a:pt x="351606" y="27305"/>
                    <a:pt x="377704" y="81909"/>
                  </a:cubicBezTo>
                  <a:lnTo>
                    <a:pt x="380428" y="81909"/>
                  </a:lnTo>
                  <a:cubicBezTo>
                    <a:pt x="393770" y="55829"/>
                    <a:pt x="413334" y="35649"/>
                    <a:pt x="439134" y="21387"/>
                  </a:cubicBezTo>
                  <a:cubicBezTo>
                    <a:pt x="464915" y="7137"/>
                    <a:pt x="494494" y="0"/>
                    <a:pt x="527869" y="0"/>
                  </a:cubicBezTo>
                  <a:cubicBezTo>
                    <a:pt x="577018" y="0"/>
                    <a:pt x="615696" y="15926"/>
                    <a:pt x="643909" y="47784"/>
                  </a:cubicBezTo>
                  <a:cubicBezTo>
                    <a:pt x="672128" y="79635"/>
                    <a:pt x="686232" y="123774"/>
                    <a:pt x="686232" y="180207"/>
                  </a:cubicBezTo>
                  <a:lnTo>
                    <a:pt x="686232" y="427755"/>
                  </a:lnTo>
                  <a:cubicBezTo>
                    <a:pt x="686232" y="438677"/>
                    <a:pt x="681063" y="444138"/>
                    <a:pt x="670757" y="444138"/>
                  </a:cubicBezTo>
                  <a:lnTo>
                    <a:pt x="587934" y="444138"/>
                  </a:lnTo>
                  <a:cubicBezTo>
                    <a:pt x="577018" y="444138"/>
                    <a:pt x="571557" y="438677"/>
                    <a:pt x="571557" y="427755"/>
                  </a:cubicBezTo>
                  <a:lnTo>
                    <a:pt x="571557" y="209328"/>
                  </a:lnTo>
                  <a:cubicBezTo>
                    <a:pt x="571557" y="140157"/>
                    <a:pt x="544843" y="105575"/>
                    <a:pt x="491465" y="105575"/>
                  </a:cubicBezTo>
                  <a:cubicBezTo>
                    <a:pt x="464160" y="105575"/>
                    <a:pt x="442163" y="114833"/>
                    <a:pt x="425482" y="133331"/>
                  </a:cubicBezTo>
                  <a:cubicBezTo>
                    <a:pt x="408788" y="151848"/>
                    <a:pt x="400450" y="177787"/>
                    <a:pt x="400450" y="211150"/>
                  </a:cubicBezTo>
                  <a:lnTo>
                    <a:pt x="400450" y="427755"/>
                  </a:lnTo>
                  <a:cubicBezTo>
                    <a:pt x="400450" y="438677"/>
                    <a:pt x="394989" y="444138"/>
                    <a:pt x="384073" y="444138"/>
                  </a:cubicBezTo>
                  <a:lnTo>
                    <a:pt x="302158" y="444138"/>
                  </a:lnTo>
                  <a:cubicBezTo>
                    <a:pt x="291236" y="444138"/>
                    <a:pt x="285782" y="438677"/>
                    <a:pt x="285782" y="427755"/>
                  </a:cubicBezTo>
                  <a:lnTo>
                    <a:pt x="285782" y="209328"/>
                  </a:lnTo>
                  <a:cubicBezTo>
                    <a:pt x="285782" y="140157"/>
                    <a:pt x="259067" y="105575"/>
                    <a:pt x="205689" y="105575"/>
                  </a:cubicBezTo>
                  <a:cubicBezTo>
                    <a:pt x="178384" y="105575"/>
                    <a:pt x="156388" y="114833"/>
                    <a:pt x="139706" y="133331"/>
                  </a:cubicBezTo>
                  <a:cubicBezTo>
                    <a:pt x="123012" y="151848"/>
                    <a:pt x="114675" y="177787"/>
                    <a:pt x="114675" y="211150"/>
                  </a:cubicBezTo>
                  <a:lnTo>
                    <a:pt x="114675" y="427755"/>
                  </a:lnTo>
                  <a:cubicBezTo>
                    <a:pt x="114675" y="438677"/>
                    <a:pt x="109214" y="444138"/>
                    <a:pt x="98298" y="444138"/>
                  </a:cubicBezTo>
                  <a:lnTo>
                    <a:pt x="15475" y="444138"/>
                  </a:lnTo>
                  <a:cubicBezTo>
                    <a:pt x="5150" y="444138"/>
                    <a:pt x="0" y="438677"/>
                    <a:pt x="0" y="427755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89B4F05-8E7C-CAC3-AFE8-E114CC33B099}"/>
                </a:ext>
              </a:extLst>
            </p:cNvPr>
            <p:cNvSpPr/>
            <p:nvPr/>
          </p:nvSpPr>
          <p:spPr>
            <a:xfrm>
              <a:off x="3496512" y="2818212"/>
              <a:ext cx="363130" cy="599624"/>
            </a:xfrm>
            <a:custGeom>
              <a:avLst/>
              <a:gdLst>
                <a:gd name="connsiteX0" fmla="*/ 0 w 363130"/>
                <a:gd name="connsiteY0" fmla="*/ 238309 h 599624"/>
                <a:gd name="connsiteX1" fmla="*/ 0 w 363130"/>
                <a:gd name="connsiteY1" fmla="*/ 171869 h 599624"/>
                <a:gd name="connsiteX2" fmla="*/ 16377 w 363130"/>
                <a:gd name="connsiteY2" fmla="*/ 155486 h 599624"/>
                <a:gd name="connsiteX3" fmla="*/ 91910 w 363130"/>
                <a:gd name="connsiteY3" fmla="*/ 155486 h 599624"/>
                <a:gd name="connsiteX4" fmla="*/ 91910 w 363130"/>
                <a:gd name="connsiteY4" fmla="*/ 16383 h 599624"/>
                <a:gd name="connsiteX5" fmla="*/ 107391 w 363130"/>
                <a:gd name="connsiteY5" fmla="*/ 0 h 599624"/>
                <a:gd name="connsiteX6" fmla="*/ 190208 w 363130"/>
                <a:gd name="connsiteY6" fmla="*/ 0 h 599624"/>
                <a:gd name="connsiteX7" fmla="*/ 206584 w 363130"/>
                <a:gd name="connsiteY7" fmla="*/ 16383 h 599624"/>
                <a:gd name="connsiteX8" fmla="*/ 206584 w 363130"/>
                <a:gd name="connsiteY8" fmla="*/ 155486 h 599624"/>
                <a:gd name="connsiteX9" fmla="*/ 343103 w 363130"/>
                <a:gd name="connsiteY9" fmla="*/ 155486 h 599624"/>
                <a:gd name="connsiteX10" fmla="*/ 359486 w 363130"/>
                <a:gd name="connsiteY10" fmla="*/ 171869 h 599624"/>
                <a:gd name="connsiteX11" fmla="*/ 359486 w 363130"/>
                <a:gd name="connsiteY11" fmla="*/ 238309 h 599624"/>
                <a:gd name="connsiteX12" fmla="*/ 343103 w 363130"/>
                <a:gd name="connsiteY12" fmla="*/ 254692 h 599624"/>
                <a:gd name="connsiteX13" fmla="*/ 206584 w 363130"/>
                <a:gd name="connsiteY13" fmla="*/ 254692 h 599624"/>
                <a:gd name="connsiteX14" fmla="*/ 206584 w 363130"/>
                <a:gd name="connsiteY14" fmla="*/ 414871 h 599624"/>
                <a:gd name="connsiteX15" fmla="*/ 225247 w 363130"/>
                <a:gd name="connsiteY15" fmla="*/ 477216 h 599624"/>
                <a:gd name="connsiteX16" fmla="*/ 285775 w 363130"/>
                <a:gd name="connsiteY16" fmla="*/ 495872 h 599624"/>
                <a:gd name="connsiteX17" fmla="*/ 344932 w 363130"/>
                <a:gd name="connsiteY17" fmla="*/ 484950 h 599624"/>
                <a:gd name="connsiteX18" fmla="*/ 354032 w 363130"/>
                <a:gd name="connsiteY18" fmla="*/ 483127 h 599624"/>
                <a:gd name="connsiteX19" fmla="*/ 363131 w 363130"/>
                <a:gd name="connsiteY19" fmla="*/ 496780 h 599624"/>
                <a:gd name="connsiteX20" fmla="*/ 363131 w 363130"/>
                <a:gd name="connsiteY20" fmla="*/ 565950 h 599624"/>
                <a:gd name="connsiteX21" fmla="*/ 352209 w 363130"/>
                <a:gd name="connsiteY21" fmla="*/ 583241 h 599624"/>
                <a:gd name="connsiteX22" fmla="*/ 262109 w 363130"/>
                <a:gd name="connsiteY22" fmla="*/ 599624 h 599624"/>
                <a:gd name="connsiteX23" fmla="*/ 91910 w 363130"/>
                <a:gd name="connsiteY23" fmla="*/ 427609 h 599624"/>
                <a:gd name="connsiteX24" fmla="*/ 91910 w 363130"/>
                <a:gd name="connsiteY24" fmla="*/ 254692 h 599624"/>
                <a:gd name="connsiteX25" fmla="*/ 16377 w 363130"/>
                <a:gd name="connsiteY25" fmla="*/ 254692 h 599624"/>
                <a:gd name="connsiteX26" fmla="*/ 0 w 363130"/>
                <a:gd name="connsiteY26" fmla="*/ 238309 h 59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3130" h="599624">
                  <a:moveTo>
                    <a:pt x="0" y="238309"/>
                  </a:moveTo>
                  <a:lnTo>
                    <a:pt x="0" y="171869"/>
                  </a:lnTo>
                  <a:cubicBezTo>
                    <a:pt x="0" y="160947"/>
                    <a:pt x="5455" y="155486"/>
                    <a:pt x="16377" y="155486"/>
                  </a:cubicBezTo>
                  <a:lnTo>
                    <a:pt x="91910" y="155486"/>
                  </a:lnTo>
                  <a:lnTo>
                    <a:pt x="91910" y="16383"/>
                  </a:lnTo>
                  <a:cubicBezTo>
                    <a:pt x="91910" y="5461"/>
                    <a:pt x="97060" y="0"/>
                    <a:pt x="107391" y="0"/>
                  </a:cubicBezTo>
                  <a:lnTo>
                    <a:pt x="190208" y="0"/>
                  </a:lnTo>
                  <a:cubicBezTo>
                    <a:pt x="201130" y="0"/>
                    <a:pt x="206584" y="5461"/>
                    <a:pt x="206584" y="16383"/>
                  </a:cubicBezTo>
                  <a:lnTo>
                    <a:pt x="206584" y="155486"/>
                  </a:lnTo>
                  <a:lnTo>
                    <a:pt x="343103" y="155486"/>
                  </a:lnTo>
                  <a:cubicBezTo>
                    <a:pt x="354032" y="155486"/>
                    <a:pt x="359486" y="160947"/>
                    <a:pt x="359486" y="171869"/>
                  </a:cubicBezTo>
                  <a:lnTo>
                    <a:pt x="359486" y="238309"/>
                  </a:lnTo>
                  <a:cubicBezTo>
                    <a:pt x="359486" y="249225"/>
                    <a:pt x="354032" y="254692"/>
                    <a:pt x="343103" y="254692"/>
                  </a:cubicBezTo>
                  <a:lnTo>
                    <a:pt x="206584" y="254692"/>
                  </a:lnTo>
                  <a:lnTo>
                    <a:pt x="206584" y="414871"/>
                  </a:lnTo>
                  <a:cubicBezTo>
                    <a:pt x="206584" y="443992"/>
                    <a:pt x="212801" y="464782"/>
                    <a:pt x="225247" y="477216"/>
                  </a:cubicBezTo>
                  <a:cubicBezTo>
                    <a:pt x="237680" y="489655"/>
                    <a:pt x="257861" y="495872"/>
                    <a:pt x="285775" y="495872"/>
                  </a:cubicBezTo>
                  <a:cubicBezTo>
                    <a:pt x="308210" y="495872"/>
                    <a:pt x="327939" y="492227"/>
                    <a:pt x="344932" y="484950"/>
                  </a:cubicBezTo>
                  <a:cubicBezTo>
                    <a:pt x="348571" y="483737"/>
                    <a:pt x="351600" y="483127"/>
                    <a:pt x="354032" y="483127"/>
                  </a:cubicBezTo>
                  <a:cubicBezTo>
                    <a:pt x="360089" y="483127"/>
                    <a:pt x="363131" y="487680"/>
                    <a:pt x="363131" y="496780"/>
                  </a:cubicBezTo>
                  <a:lnTo>
                    <a:pt x="363131" y="565950"/>
                  </a:lnTo>
                  <a:cubicBezTo>
                    <a:pt x="363131" y="573837"/>
                    <a:pt x="359486" y="579603"/>
                    <a:pt x="352209" y="583241"/>
                  </a:cubicBezTo>
                  <a:cubicBezTo>
                    <a:pt x="326727" y="594163"/>
                    <a:pt x="296691" y="599624"/>
                    <a:pt x="262109" y="599624"/>
                  </a:cubicBezTo>
                  <a:cubicBezTo>
                    <a:pt x="148641" y="599624"/>
                    <a:pt x="91910" y="542290"/>
                    <a:pt x="91910" y="427609"/>
                  </a:cubicBezTo>
                  <a:lnTo>
                    <a:pt x="91910" y="254692"/>
                  </a:lnTo>
                  <a:lnTo>
                    <a:pt x="16377" y="254692"/>
                  </a:lnTo>
                  <a:cubicBezTo>
                    <a:pt x="5455" y="254692"/>
                    <a:pt x="0" y="249225"/>
                    <a:pt x="0" y="238309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7B6C1B-F390-91CD-D9C9-A7B5CC318B51}"/>
                </a:ext>
              </a:extLst>
            </p:cNvPr>
            <p:cNvSpPr/>
            <p:nvPr/>
          </p:nvSpPr>
          <p:spPr>
            <a:xfrm>
              <a:off x="3947000" y="2973699"/>
              <a:ext cx="114687" cy="433215"/>
            </a:xfrm>
            <a:custGeom>
              <a:avLst/>
              <a:gdLst>
                <a:gd name="connsiteX0" fmla="*/ 0 w 114687"/>
                <a:gd name="connsiteY0" fmla="*/ 16383 h 433215"/>
                <a:gd name="connsiteX1" fmla="*/ 15481 w 114687"/>
                <a:gd name="connsiteY1" fmla="*/ 0 h 433215"/>
                <a:gd name="connsiteX2" fmla="*/ 98298 w 114687"/>
                <a:gd name="connsiteY2" fmla="*/ 0 h 433215"/>
                <a:gd name="connsiteX3" fmla="*/ 114687 w 114687"/>
                <a:gd name="connsiteY3" fmla="*/ 16383 h 433215"/>
                <a:gd name="connsiteX4" fmla="*/ 114687 w 114687"/>
                <a:gd name="connsiteY4" fmla="*/ 416833 h 433215"/>
                <a:gd name="connsiteX5" fmla="*/ 98298 w 114687"/>
                <a:gd name="connsiteY5" fmla="*/ 433216 h 433215"/>
                <a:gd name="connsiteX6" fmla="*/ 15481 w 114687"/>
                <a:gd name="connsiteY6" fmla="*/ 433216 h 433215"/>
                <a:gd name="connsiteX7" fmla="*/ 0 w 114687"/>
                <a:gd name="connsiteY7" fmla="*/ 416833 h 433215"/>
                <a:gd name="connsiteX8" fmla="*/ 0 w 114687"/>
                <a:gd name="connsiteY8" fmla="*/ 1638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687" h="433215">
                  <a:moveTo>
                    <a:pt x="0" y="16383"/>
                  </a:moveTo>
                  <a:cubicBezTo>
                    <a:pt x="0" y="5461"/>
                    <a:pt x="5150" y="0"/>
                    <a:pt x="15481" y="0"/>
                  </a:cubicBezTo>
                  <a:lnTo>
                    <a:pt x="98298" y="0"/>
                  </a:lnTo>
                  <a:cubicBezTo>
                    <a:pt x="109220" y="0"/>
                    <a:pt x="114687" y="5461"/>
                    <a:pt x="114687" y="16383"/>
                  </a:cubicBezTo>
                  <a:lnTo>
                    <a:pt x="114687" y="416833"/>
                  </a:lnTo>
                  <a:cubicBezTo>
                    <a:pt x="114687" y="427755"/>
                    <a:pt x="109220" y="433216"/>
                    <a:pt x="98298" y="433216"/>
                  </a:cubicBezTo>
                  <a:lnTo>
                    <a:pt x="15481" y="433216"/>
                  </a:lnTo>
                  <a:cubicBezTo>
                    <a:pt x="5150" y="433216"/>
                    <a:pt x="0" y="427755"/>
                    <a:pt x="0" y="416833"/>
                  </a:cubicBezTo>
                  <a:lnTo>
                    <a:pt x="0" y="1638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198296C-A144-7BB5-2F59-37BC1D03CEBB}"/>
                </a:ext>
              </a:extLst>
            </p:cNvPr>
            <p:cNvSpPr/>
            <p:nvPr/>
          </p:nvSpPr>
          <p:spPr>
            <a:xfrm>
              <a:off x="4145406" y="2973699"/>
              <a:ext cx="445046" cy="433215"/>
            </a:xfrm>
            <a:custGeom>
              <a:avLst/>
              <a:gdLst>
                <a:gd name="connsiteX0" fmla="*/ 3639 w 445046"/>
                <a:gd name="connsiteY0" fmla="*/ 414103 h 433215"/>
                <a:gd name="connsiteX1" fmla="*/ 153810 w 445046"/>
                <a:gd name="connsiteY1" fmla="*/ 211144 h 433215"/>
                <a:gd name="connsiteX2" fmla="*/ 9099 w 445046"/>
                <a:gd name="connsiteY2" fmla="*/ 19113 h 433215"/>
                <a:gd name="connsiteX3" fmla="*/ 5455 w 445046"/>
                <a:gd name="connsiteY3" fmla="*/ 10014 h 433215"/>
                <a:gd name="connsiteX4" fmla="*/ 7277 w 445046"/>
                <a:gd name="connsiteY4" fmla="*/ 4096 h 433215"/>
                <a:gd name="connsiteX5" fmla="*/ 19107 w 445046"/>
                <a:gd name="connsiteY5" fmla="*/ 0 h 433215"/>
                <a:gd name="connsiteX6" fmla="*/ 111030 w 445046"/>
                <a:gd name="connsiteY6" fmla="*/ 0 h 433215"/>
                <a:gd name="connsiteX7" fmla="*/ 130143 w 445046"/>
                <a:gd name="connsiteY7" fmla="*/ 10014 h 433215"/>
                <a:gd name="connsiteX8" fmla="*/ 221151 w 445046"/>
                <a:gd name="connsiteY8" fmla="*/ 132880 h 433215"/>
                <a:gd name="connsiteX9" fmla="*/ 223882 w 445046"/>
                <a:gd name="connsiteY9" fmla="*/ 132880 h 433215"/>
                <a:gd name="connsiteX10" fmla="*/ 314896 w 445046"/>
                <a:gd name="connsiteY10" fmla="*/ 10014 h 433215"/>
                <a:gd name="connsiteX11" fmla="*/ 334010 w 445046"/>
                <a:gd name="connsiteY11" fmla="*/ 0 h 433215"/>
                <a:gd name="connsiteX12" fmla="*/ 425933 w 445046"/>
                <a:gd name="connsiteY12" fmla="*/ 0 h 433215"/>
                <a:gd name="connsiteX13" fmla="*/ 438220 w 445046"/>
                <a:gd name="connsiteY13" fmla="*/ 4096 h 433215"/>
                <a:gd name="connsiteX14" fmla="*/ 440493 w 445046"/>
                <a:gd name="connsiteY14" fmla="*/ 10014 h 433215"/>
                <a:gd name="connsiteX15" fmla="*/ 435947 w 445046"/>
                <a:gd name="connsiteY15" fmla="*/ 19113 h 433215"/>
                <a:gd name="connsiteX16" fmla="*/ 292145 w 445046"/>
                <a:gd name="connsiteY16" fmla="*/ 211144 h 433215"/>
                <a:gd name="connsiteX17" fmla="*/ 441401 w 445046"/>
                <a:gd name="connsiteY17" fmla="*/ 414103 h 433215"/>
                <a:gd name="connsiteX18" fmla="*/ 445046 w 445046"/>
                <a:gd name="connsiteY18" fmla="*/ 424116 h 433215"/>
                <a:gd name="connsiteX19" fmla="*/ 443230 w 445046"/>
                <a:gd name="connsiteY19" fmla="*/ 429577 h 433215"/>
                <a:gd name="connsiteX20" fmla="*/ 431393 w 445046"/>
                <a:gd name="connsiteY20" fmla="*/ 433216 h 433215"/>
                <a:gd name="connsiteX21" fmla="*/ 338557 w 445046"/>
                <a:gd name="connsiteY21" fmla="*/ 433216 h 433215"/>
                <a:gd name="connsiteX22" fmla="*/ 319443 w 445046"/>
                <a:gd name="connsiteY22" fmla="*/ 423202 h 433215"/>
                <a:gd name="connsiteX23" fmla="*/ 223882 w 445046"/>
                <a:gd name="connsiteY23" fmla="*/ 293059 h 433215"/>
                <a:gd name="connsiteX24" fmla="*/ 221151 w 445046"/>
                <a:gd name="connsiteY24" fmla="*/ 293059 h 433215"/>
                <a:gd name="connsiteX25" fmla="*/ 125590 w 445046"/>
                <a:gd name="connsiteY25" fmla="*/ 423202 h 433215"/>
                <a:gd name="connsiteX26" fmla="*/ 106477 w 445046"/>
                <a:gd name="connsiteY26" fmla="*/ 433216 h 433215"/>
                <a:gd name="connsiteX27" fmla="*/ 13652 w 445046"/>
                <a:gd name="connsiteY27" fmla="*/ 433216 h 433215"/>
                <a:gd name="connsiteX28" fmla="*/ 1816 w 445046"/>
                <a:gd name="connsiteY28" fmla="*/ 429577 h 433215"/>
                <a:gd name="connsiteX29" fmla="*/ 0 w 445046"/>
                <a:gd name="connsiteY29" fmla="*/ 424116 h 433215"/>
                <a:gd name="connsiteX30" fmla="*/ 3639 w 445046"/>
                <a:gd name="connsiteY30" fmla="*/ 41410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5046" h="433215">
                  <a:moveTo>
                    <a:pt x="3639" y="414103"/>
                  </a:moveTo>
                  <a:lnTo>
                    <a:pt x="153810" y="211144"/>
                  </a:lnTo>
                  <a:lnTo>
                    <a:pt x="9099" y="19113"/>
                  </a:lnTo>
                  <a:cubicBezTo>
                    <a:pt x="6667" y="16084"/>
                    <a:pt x="5455" y="13056"/>
                    <a:pt x="5455" y="10014"/>
                  </a:cubicBezTo>
                  <a:cubicBezTo>
                    <a:pt x="5455" y="8801"/>
                    <a:pt x="6052" y="6826"/>
                    <a:pt x="7277" y="4096"/>
                  </a:cubicBezTo>
                  <a:cubicBezTo>
                    <a:pt x="8484" y="1365"/>
                    <a:pt x="12421" y="0"/>
                    <a:pt x="19107" y="0"/>
                  </a:cubicBezTo>
                  <a:lnTo>
                    <a:pt x="111030" y="0"/>
                  </a:lnTo>
                  <a:cubicBezTo>
                    <a:pt x="118910" y="0"/>
                    <a:pt x="125279" y="3340"/>
                    <a:pt x="130143" y="10014"/>
                  </a:cubicBezTo>
                  <a:lnTo>
                    <a:pt x="221151" y="132880"/>
                  </a:lnTo>
                  <a:lnTo>
                    <a:pt x="223882" y="132880"/>
                  </a:lnTo>
                  <a:lnTo>
                    <a:pt x="314896" y="10014"/>
                  </a:lnTo>
                  <a:cubicBezTo>
                    <a:pt x="319741" y="3340"/>
                    <a:pt x="326123" y="0"/>
                    <a:pt x="334010" y="0"/>
                  </a:cubicBezTo>
                  <a:lnTo>
                    <a:pt x="425933" y="0"/>
                  </a:lnTo>
                  <a:cubicBezTo>
                    <a:pt x="432600" y="0"/>
                    <a:pt x="436696" y="1365"/>
                    <a:pt x="438220" y="4096"/>
                  </a:cubicBezTo>
                  <a:cubicBezTo>
                    <a:pt x="439731" y="6826"/>
                    <a:pt x="440493" y="8801"/>
                    <a:pt x="440493" y="10014"/>
                  </a:cubicBezTo>
                  <a:cubicBezTo>
                    <a:pt x="440493" y="13056"/>
                    <a:pt x="438969" y="16084"/>
                    <a:pt x="435947" y="19113"/>
                  </a:cubicBezTo>
                  <a:lnTo>
                    <a:pt x="292145" y="211144"/>
                  </a:lnTo>
                  <a:lnTo>
                    <a:pt x="441401" y="414103"/>
                  </a:lnTo>
                  <a:cubicBezTo>
                    <a:pt x="443821" y="417747"/>
                    <a:pt x="445046" y="421088"/>
                    <a:pt x="445046" y="424116"/>
                  </a:cubicBezTo>
                  <a:cubicBezTo>
                    <a:pt x="445046" y="425336"/>
                    <a:pt x="444430" y="427152"/>
                    <a:pt x="443230" y="429577"/>
                  </a:cubicBezTo>
                  <a:cubicBezTo>
                    <a:pt x="441998" y="432003"/>
                    <a:pt x="438061" y="433216"/>
                    <a:pt x="431393" y="433216"/>
                  </a:cubicBezTo>
                  <a:lnTo>
                    <a:pt x="338557" y="433216"/>
                  </a:lnTo>
                  <a:cubicBezTo>
                    <a:pt x="330670" y="433216"/>
                    <a:pt x="324295" y="429889"/>
                    <a:pt x="319443" y="423202"/>
                  </a:cubicBezTo>
                  <a:lnTo>
                    <a:pt x="223882" y="293059"/>
                  </a:lnTo>
                  <a:lnTo>
                    <a:pt x="221151" y="293059"/>
                  </a:lnTo>
                  <a:lnTo>
                    <a:pt x="125590" y="423202"/>
                  </a:lnTo>
                  <a:cubicBezTo>
                    <a:pt x="120726" y="429889"/>
                    <a:pt x="114357" y="433216"/>
                    <a:pt x="106477" y="433216"/>
                  </a:cubicBezTo>
                  <a:lnTo>
                    <a:pt x="13652" y="433216"/>
                  </a:lnTo>
                  <a:cubicBezTo>
                    <a:pt x="6966" y="433216"/>
                    <a:pt x="3023" y="432003"/>
                    <a:pt x="1816" y="429577"/>
                  </a:cubicBezTo>
                  <a:cubicBezTo>
                    <a:pt x="591" y="427152"/>
                    <a:pt x="0" y="425336"/>
                    <a:pt x="0" y="424116"/>
                  </a:cubicBezTo>
                  <a:cubicBezTo>
                    <a:pt x="0" y="421088"/>
                    <a:pt x="1207" y="417747"/>
                    <a:pt x="3639" y="414103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3" name="Graphic 2">
              <a:extLst>
                <a:ext uri="{FF2B5EF4-FFF2-40B4-BE49-F238E27FC236}">
                  <a16:creationId xmlns:a16="http://schemas.microsoft.com/office/drawing/2014/main" id="{F9DBA5E8-4C15-64EC-AD8D-9578B68ACECA}"/>
                </a:ext>
              </a:extLst>
            </p:cNvPr>
            <p:cNvGrpSpPr/>
            <p:nvPr/>
          </p:nvGrpSpPr>
          <p:grpSpPr>
            <a:xfrm>
              <a:off x="3000444" y="3492633"/>
              <a:ext cx="1584566" cy="187788"/>
              <a:chOff x="3000444" y="3492633"/>
              <a:chExt cx="1584566" cy="187788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D9492BE-AD18-ADDF-3CAA-A16EF4BE9758}"/>
                  </a:ext>
                </a:extLst>
              </p:cNvPr>
              <p:cNvSpPr/>
              <p:nvPr/>
            </p:nvSpPr>
            <p:spPr>
              <a:xfrm>
                <a:off x="3000444" y="3495504"/>
                <a:ext cx="170853" cy="182308"/>
              </a:xfrm>
              <a:custGeom>
                <a:avLst/>
                <a:gdLst>
                  <a:gd name="connsiteX0" fmla="*/ 775 w 170853"/>
                  <a:gd name="connsiteY0" fmla="*/ 176327 h 182308"/>
                  <a:gd name="connsiteX1" fmla="*/ 72923 w 170853"/>
                  <a:gd name="connsiteY1" fmla="*/ 3905 h 182308"/>
                  <a:gd name="connsiteX2" fmla="*/ 78918 w 170853"/>
                  <a:gd name="connsiteY2" fmla="*/ 0 h 182308"/>
                  <a:gd name="connsiteX3" fmla="*/ 92196 w 170853"/>
                  <a:gd name="connsiteY3" fmla="*/ 0 h 182308"/>
                  <a:gd name="connsiteX4" fmla="*/ 98184 w 170853"/>
                  <a:gd name="connsiteY4" fmla="*/ 3905 h 182308"/>
                  <a:gd name="connsiteX5" fmla="*/ 170332 w 170853"/>
                  <a:gd name="connsiteY5" fmla="*/ 176327 h 182308"/>
                  <a:gd name="connsiteX6" fmla="*/ 170853 w 170853"/>
                  <a:gd name="connsiteY6" fmla="*/ 178924 h 182308"/>
                  <a:gd name="connsiteX7" fmla="*/ 170206 w 170853"/>
                  <a:gd name="connsiteY7" fmla="*/ 181146 h 182308"/>
                  <a:gd name="connsiteX8" fmla="*/ 166688 w 170853"/>
                  <a:gd name="connsiteY8" fmla="*/ 182308 h 182308"/>
                  <a:gd name="connsiteX9" fmla="*/ 152622 w 170853"/>
                  <a:gd name="connsiteY9" fmla="*/ 182308 h 182308"/>
                  <a:gd name="connsiteX10" fmla="*/ 146628 w 170853"/>
                  <a:gd name="connsiteY10" fmla="*/ 178403 h 182308"/>
                  <a:gd name="connsiteX11" fmla="*/ 131261 w 170853"/>
                  <a:gd name="connsiteY11" fmla="*/ 140900 h 182308"/>
                  <a:gd name="connsiteX12" fmla="*/ 39846 w 170853"/>
                  <a:gd name="connsiteY12" fmla="*/ 140900 h 182308"/>
                  <a:gd name="connsiteX13" fmla="*/ 24473 w 170853"/>
                  <a:gd name="connsiteY13" fmla="*/ 178403 h 182308"/>
                  <a:gd name="connsiteX14" fmla="*/ 18491 w 170853"/>
                  <a:gd name="connsiteY14" fmla="*/ 182308 h 182308"/>
                  <a:gd name="connsiteX15" fmla="*/ 4686 w 170853"/>
                  <a:gd name="connsiteY15" fmla="*/ 182308 h 182308"/>
                  <a:gd name="connsiteX16" fmla="*/ 0 w 170853"/>
                  <a:gd name="connsiteY16" fmla="*/ 179191 h 182308"/>
                  <a:gd name="connsiteX17" fmla="*/ 775 w 170853"/>
                  <a:gd name="connsiteY17" fmla="*/ 176327 h 182308"/>
                  <a:gd name="connsiteX18" fmla="*/ 122669 w 170853"/>
                  <a:gd name="connsiteY18" fmla="*/ 119545 h 182308"/>
                  <a:gd name="connsiteX19" fmla="*/ 85947 w 170853"/>
                  <a:gd name="connsiteY19" fmla="*/ 29165 h 182308"/>
                  <a:gd name="connsiteX20" fmla="*/ 85420 w 170853"/>
                  <a:gd name="connsiteY20" fmla="*/ 29165 h 182308"/>
                  <a:gd name="connsiteX21" fmla="*/ 48438 w 170853"/>
                  <a:gd name="connsiteY21" fmla="*/ 119545 h 182308"/>
                  <a:gd name="connsiteX22" fmla="*/ 122669 w 170853"/>
                  <a:gd name="connsiteY22" fmla="*/ 119545 h 182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0853" h="182308">
                    <a:moveTo>
                      <a:pt x="775" y="176327"/>
                    </a:moveTo>
                    <a:lnTo>
                      <a:pt x="72923" y="3905"/>
                    </a:lnTo>
                    <a:cubicBezTo>
                      <a:pt x="73793" y="1295"/>
                      <a:pt x="75787" y="0"/>
                      <a:pt x="78918" y="0"/>
                    </a:cubicBezTo>
                    <a:lnTo>
                      <a:pt x="92196" y="0"/>
                    </a:lnTo>
                    <a:cubicBezTo>
                      <a:pt x="95320" y="0"/>
                      <a:pt x="97314" y="1295"/>
                      <a:pt x="98184" y="3905"/>
                    </a:cubicBezTo>
                    <a:lnTo>
                      <a:pt x="170332" y="176327"/>
                    </a:lnTo>
                    <a:cubicBezTo>
                      <a:pt x="170675" y="177362"/>
                      <a:pt x="170853" y="178238"/>
                      <a:pt x="170853" y="178924"/>
                    </a:cubicBezTo>
                    <a:cubicBezTo>
                      <a:pt x="170853" y="179622"/>
                      <a:pt x="170631" y="180359"/>
                      <a:pt x="170206" y="181146"/>
                    </a:cubicBezTo>
                    <a:cubicBezTo>
                      <a:pt x="169767" y="181921"/>
                      <a:pt x="168593" y="182308"/>
                      <a:pt x="166688" y="182308"/>
                    </a:cubicBezTo>
                    <a:lnTo>
                      <a:pt x="152622" y="182308"/>
                    </a:lnTo>
                    <a:cubicBezTo>
                      <a:pt x="149492" y="182308"/>
                      <a:pt x="147498" y="181013"/>
                      <a:pt x="146628" y="178403"/>
                    </a:cubicBezTo>
                    <a:lnTo>
                      <a:pt x="131261" y="140900"/>
                    </a:lnTo>
                    <a:lnTo>
                      <a:pt x="39846" y="140900"/>
                    </a:lnTo>
                    <a:lnTo>
                      <a:pt x="24473" y="178403"/>
                    </a:lnTo>
                    <a:cubicBezTo>
                      <a:pt x="23609" y="181013"/>
                      <a:pt x="21616" y="182308"/>
                      <a:pt x="18491" y="182308"/>
                    </a:cubicBezTo>
                    <a:lnTo>
                      <a:pt x="4686" y="182308"/>
                    </a:lnTo>
                    <a:cubicBezTo>
                      <a:pt x="1556" y="182308"/>
                      <a:pt x="0" y="181267"/>
                      <a:pt x="0" y="179191"/>
                    </a:cubicBezTo>
                    <a:cubicBezTo>
                      <a:pt x="0" y="178498"/>
                      <a:pt x="260" y="177540"/>
                      <a:pt x="775" y="176327"/>
                    </a:cubicBezTo>
                    <a:close/>
                    <a:moveTo>
                      <a:pt x="122669" y="119545"/>
                    </a:moveTo>
                    <a:lnTo>
                      <a:pt x="85947" y="29165"/>
                    </a:lnTo>
                    <a:lnTo>
                      <a:pt x="85420" y="29165"/>
                    </a:lnTo>
                    <a:lnTo>
                      <a:pt x="48438" y="119545"/>
                    </a:lnTo>
                    <a:lnTo>
                      <a:pt x="122669" y="119545"/>
                    </a:ln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49CD717-563D-342D-D7DC-8DF57D7EC4B5}"/>
                  </a:ext>
                </a:extLst>
              </p:cNvPr>
              <p:cNvSpPr/>
              <p:nvPr/>
            </p:nvSpPr>
            <p:spPr>
              <a:xfrm>
                <a:off x="3188480" y="3553841"/>
                <a:ext cx="121373" cy="126581"/>
              </a:xfrm>
              <a:custGeom>
                <a:avLst/>
                <a:gdLst>
                  <a:gd name="connsiteX0" fmla="*/ 17710 w 121373"/>
                  <a:gd name="connsiteY0" fmla="*/ 17971 h 126581"/>
                  <a:gd name="connsiteX1" fmla="*/ 63030 w 121373"/>
                  <a:gd name="connsiteY1" fmla="*/ 0 h 126581"/>
                  <a:gd name="connsiteX2" fmla="*/ 101314 w 121373"/>
                  <a:gd name="connsiteY2" fmla="*/ 11595 h 126581"/>
                  <a:gd name="connsiteX3" fmla="*/ 121374 w 121373"/>
                  <a:gd name="connsiteY3" fmla="*/ 42196 h 126581"/>
                  <a:gd name="connsiteX4" fmla="*/ 121374 w 121373"/>
                  <a:gd name="connsiteY4" fmla="*/ 43498 h 126581"/>
                  <a:gd name="connsiteX5" fmla="*/ 116421 w 121373"/>
                  <a:gd name="connsiteY5" fmla="*/ 47663 h 126581"/>
                  <a:gd name="connsiteX6" fmla="*/ 103664 w 121373"/>
                  <a:gd name="connsiteY6" fmla="*/ 47663 h 126581"/>
                  <a:gd name="connsiteX7" fmla="*/ 97930 w 121373"/>
                  <a:gd name="connsiteY7" fmla="*/ 43237 h 126581"/>
                  <a:gd name="connsiteX8" fmla="*/ 63297 w 121373"/>
                  <a:gd name="connsiteY8" fmla="*/ 20320 h 126581"/>
                  <a:gd name="connsiteX9" fmla="*/ 33992 w 121373"/>
                  <a:gd name="connsiteY9" fmla="*/ 32423 h 126581"/>
                  <a:gd name="connsiteX10" fmla="*/ 22917 w 121373"/>
                  <a:gd name="connsiteY10" fmla="*/ 63284 h 126581"/>
                  <a:gd name="connsiteX11" fmla="*/ 33992 w 121373"/>
                  <a:gd name="connsiteY11" fmla="*/ 94418 h 126581"/>
                  <a:gd name="connsiteX12" fmla="*/ 63297 w 121373"/>
                  <a:gd name="connsiteY12" fmla="*/ 106528 h 126581"/>
                  <a:gd name="connsiteX13" fmla="*/ 85173 w 121373"/>
                  <a:gd name="connsiteY13" fmla="*/ 100533 h 126581"/>
                  <a:gd name="connsiteX14" fmla="*/ 97930 w 121373"/>
                  <a:gd name="connsiteY14" fmla="*/ 83604 h 126581"/>
                  <a:gd name="connsiteX15" fmla="*/ 103403 w 121373"/>
                  <a:gd name="connsiteY15" fmla="*/ 79179 h 126581"/>
                  <a:gd name="connsiteX16" fmla="*/ 116161 w 121373"/>
                  <a:gd name="connsiteY16" fmla="*/ 79179 h 126581"/>
                  <a:gd name="connsiteX17" fmla="*/ 120066 w 121373"/>
                  <a:gd name="connsiteY17" fmla="*/ 80353 h 126581"/>
                  <a:gd name="connsiteX18" fmla="*/ 121374 w 121373"/>
                  <a:gd name="connsiteY18" fmla="*/ 82823 h 126581"/>
                  <a:gd name="connsiteX19" fmla="*/ 121107 w 121373"/>
                  <a:gd name="connsiteY19" fmla="*/ 84125 h 126581"/>
                  <a:gd name="connsiteX20" fmla="*/ 101314 w 121373"/>
                  <a:gd name="connsiteY20" fmla="*/ 114859 h 126581"/>
                  <a:gd name="connsiteX21" fmla="*/ 63030 w 121373"/>
                  <a:gd name="connsiteY21" fmla="*/ 126581 h 126581"/>
                  <a:gd name="connsiteX22" fmla="*/ 17577 w 121373"/>
                  <a:gd name="connsiteY22" fmla="*/ 108484 h 126581"/>
                  <a:gd name="connsiteX23" fmla="*/ 0 w 121373"/>
                  <a:gd name="connsiteY23" fmla="*/ 63284 h 126581"/>
                  <a:gd name="connsiteX24" fmla="*/ 17710 w 121373"/>
                  <a:gd name="connsiteY24" fmla="*/ 17971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1373" h="126581">
                    <a:moveTo>
                      <a:pt x="17710" y="17971"/>
                    </a:moveTo>
                    <a:cubicBezTo>
                      <a:pt x="29343" y="5995"/>
                      <a:pt x="44450" y="0"/>
                      <a:pt x="63030" y="0"/>
                    </a:cubicBezTo>
                    <a:cubicBezTo>
                      <a:pt x="77959" y="0"/>
                      <a:pt x="90722" y="3867"/>
                      <a:pt x="101314" y="11595"/>
                    </a:cubicBezTo>
                    <a:cubicBezTo>
                      <a:pt x="111900" y="19323"/>
                      <a:pt x="118593" y="29515"/>
                      <a:pt x="121374" y="42196"/>
                    </a:cubicBezTo>
                    <a:lnTo>
                      <a:pt x="121374" y="43498"/>
                    </a:lnTo>
                    <a:cubicBezTo>
                      <a:pt x="121374" y="46279"/>
                      <a:pt x="119723" y="47663"/>
                      <a:pt x="116421" y="47663"/>
                    </a:cubicBezTo>
                    <a:lnTo>
                      <a:pt x="103664" y="47663"/>
                    </a:lnTo>
                    <a:cubicBezTo>
                      <a:pt x="100705" y="47663"/>
                      <a:pt x="98800" y="46190"/>
                      <a:pt x="97930" y="43237"/>
                    </a:cubicBezTo>
                    <a:cubicBezTo>
                      <a:pt x="93066" y="27959"/>
                      <a:pt x="81528" y="20320"/>
                      <a:pt x="63297" y="20320"/>
                    </a:cubicBezTo>
                    <a:cubicBezTo>
                      <a:pt x="51130" y="20320"/>
                      <a:pt x="41364" y="24352"/>
                      <a:pt x="33992" y="32423"/>
                    </a:cubicBezTo>
                    <a:cubicBezTo>
                      <a:pt x="26607" y="40501"/>
                      <a:pt x="22917" y="50788"/>
                      <a:pt x="22917" y="63284"/>
                    </a:cubicBezTo>
                    <a:cubicBezTo>
                      <a:pt x="22917" y="75965"/>
                      <a:pt x="26607" y="86335"/>
                      <a:pt x="33992" y="94418"/>
                    </a:cubicBezTo>
                    <a:cubicBezTo>
                      <a:pt x="41364" y="102489"/>
                      <a:pt x="51130" y="106528"/>
                      <a:pt x="63297" y="106528"/>
                    </a:cubicBezTo>
                    <a:cubicBezTo>
                      <a:pt x="71793" y="106528"/>
                      <a:pt x="79083" y="104527"/>
                      <a:pt x="85173" y="100533"/>
                    </a:cubicBezTo>
                    <a:cubicBezTo>
                      <a:pt x="91249" y="96539"/>
                      <a:pt x="95498" y="90894"/>
                      <a:pt x="97930" y="83604"/>
                    </a:cubicBezTo>
                    <a:cubicBezTo>
                      <a:pt x="98800" y="80652"/>
                      <a:pt x="100622" y="79179"/>
                      <a:pt x="103403" y="79179"/>
                    </a:cubicBezTo>
                    <a:lnTo>
                      <a:pt x="116161" y="79179"/>
                    </a:lnTo>
                    <a:cubicBezTo>
                      <a:pt x="117894" y="79179"/>
                      <a:pt x="119202" y="79572"/>
                      <a:pt x="120066" y="80353"/>
                    </a:cubicBezTo>
                    <a:cubicBezTo>
                      <a:pt x="120936" y="81134"/>
                      <a:pt x="121374" y="81953"/>
                      <a:pt x="121374" y="82823"/>
                    </a:cubicBezTo>
                    <a:cubicBezTo>
                      <a:pt x="121374" y="83344"/>
                      <a:pt x="121279" y="83782"/>
                      <a:pt x="121107" y="84125"/>
                    </a:cubicBezTo>
                    <a:cubicBezTo>
                      <a:pt x="118510" y="96806"/>
                      <a:pt x="111900" y="107049"/>
                      <a:pt x="101314" y="114859"/>
                    </a:cubicBezTo>
                    <a:cubicBezTo>
                      <a:pt x="90722" y="122676"/>
                      <a:pt x="77959" y="126581"/>
                      <a:pt x="63030" y="126581"/>
                    </a:cubicBezTo>
                    <a:cubicBezTo>
                      <a:pt x="44450" y="126581"/>
                      <a:pt x="29305" y="120548"/>
                      <a:pt x="17577" y="108484"/>
                    </a:cubicBezTo>
                    <a:cubicBezTo>
                      <a:pt x="5861" y="96412"/>
                      <a:pt x="0" y="81350"/>
                      <a:pt x="0" y="63284"/>
                    </a:cubicBezTo>
                    <a:cubicBezTo>
                      <a:pt x="0" y="45231"/>
                      <a:pt x="5899" y="30125"/>
                      <a:pt x="17710" y="17971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AA406F35-7A76-A719-F37B-8251B2581E82}"/>
                  </a:ext>
                </a:extLst>
              </p:cNvPr>
              <p:cNvSpPr/>
              <p:nvPr/>
            </p:nvSpPr>
            <p:spPr>
              <a:xfrm>
                <a:off x="3326522" y="3522586"/>
                <a:ext cx="99752" cy="157835"/>
              </a:xfrm>
              <a:custGeom>
                <a:avLst/>
                <a:gdLst>
                  <a:gd name="connsiteX0" fmla="*/ 0 w 99752"/>
                  <a:gd name="connsiteY0" fmla="*/ 47930 h 157835"/>
                  <a:gd name="connsiteX1" fmla="*/ 0 w 99752"/>
                  <a:gd name="connsiteY1" fmla="*/ 39065 h 157835"/>
                  <a:gd name="connsiteX2" fmla="*/ 4953 w 99752"/>
                  <a:gd name="connsiteY2" fmla="*/ 33865 h 157835"/>
                  <a:gd name="connsiteX3" fmla="*/ 28130 w 99752"/>
                  <a:gd name="connsiteY3" fmla="*/ 33865 h 157835"/>
                  <a:gd name="connsiteX4" fmla="*/ 28130 w 99752"/>
                  <a:gd name="connsiteY4" fmla="*/ 5214 h 157835"/>
                  <a:gd name="connsiteX5" fmla="*/ 33344 w 99752"/>
                  <a:gd name="connsiteY5" fmla="*/ 0 h 157835"/>
                  <a:gd name="connsiteX6" fmla="*/ 45580 w 99752"/>
                  <a:gd name="connsiteY6" fmla="*/ 0 h 157835"/>
                  <a:gd name="connsiteX7" fmla="*/ 50527 w 99752"/>
                  <a:gd name="connsiteY7" fmla="*/ 5214 h 157835"/>
                  <a:gd name="connsiteX8" fmla="*/ 50527 w 99752"/>
                  <a:gd name="connsiteY8" fmla="*/ 33865 h 157835"/>
                  <a:gd name="connsiteX9" fmla="*/ 92983 w 99752"/>
                  <a:gd name="connsiteY9" fmla="*/ 33865 h 157835"/>
                  <a:gd name="connsiteX10" fmla="*/ 98196 w 99752"/>
                  <a:gd name="connsiteY10" fmla="*/ 39065 h 157835"/>
                  <a:gd name="connsiteX11" fmla="*/ 98196 w 99752"/>
                  <a:gd name="connsiteY11" fmla="*/ 47930 h 157835"/>
                  <a:gd name="connsiteX12" fmla="*/ 92983 w 99752"/>
                  <a:gd name="connsiteY12" fmla="*/ 53130 h 157835"/>
                  <a:gd name="connsiteX13" fmla="*/ 50527 w 99752"/>
                  <a:gd name="connsiteY13" fmla="*/ 53130 h 157835"/>
                  <a:gd name="connsiteX14" fmla="*/ 50527 w 99752"/>
                  <a:gd name="connsiteY14" fmla="*/ 111995 h 157835"/>
                  <a:gd name="connsiteX15" fmla="*/ 56521 w 99752"/>
                  <a:gd name="connsiteY15" fmla="*/ 131915 h 157835"/>
                  <a:gd name="connsiteX16" fmla="*/ 75533 w 99752"/>
                  <a:gd name="connsiteY16" fmla="*/ 137782 h 157835"/>
                  <a:gd name="connsiteX17" fmla="*/ 93764 w 99752"/>
                  <a:gd name="connsiteY17" fmla="*/ 134658 h 157835"/>
                  <a:gd name="connsiteX18" fmla="*/ 96888 w 99752"/>
                  <a:gd name="connsiteY18" fmla="*/ 133871 h 157835"/>
                  <a:gd name="connsiteX19" fmla="*/ 99752 w 99752"/>
                  <a:gd name="connsiteY19" fmla="*/ 138303 h 157835"/>
                  <a:gd name="connsiteX20" fmla="*/ 99752 w 99752"/>
                  <a:gd name="connsiteY20" fmla="*/ 147676 h 157835"/>
                  <a:gd name="connsiteX21" fmla="*/ 95847 w 99752"/>
                  <a:gd name="connsiteY21" fmla="*/ 153410 h 157835"/>
                  <a:gd name="connsiteX22" fmla="*/ 71622 w 99752"/>
                  <a:gd name="connsiteY22" fmla="*/ 157836 h 157835"/>
                  <a:gd name="connsiteX23" fmla="*/ 28130 w 99752"/>
                  <a:gd name="connsiteY23" fmla="*/ 113037 h 157835"/>
                  <a:gd name="connsiteX24" fmla="*/ 28130 w 99752"/>
                  <a:gd name="connsiteY24" fmla="*/ 53130 h 157835"/>
                  <a:gd name="connsiteX25" fmla="*/ 4953 w 99752"/>
                  <a:gd name="connsiteY25" fmla="*/ 53130 h 157835"/>
                  <a:gd name="connsiteX26" fmla="*/ 0 w 99752"/>
                  <a:gd name="connsiteY26" fmla="*/ 47930 h 157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9752" h="157835">
                    <a:moveTo>
                      <a:pt x="0" y="47930"/>
                    </a:moveTo>
                    <a:lnTo>
                      <a:pt x="0" y="39065"/>
                    </a:lnTo>
                    <a:cubicBezTo>
                      <a:pt x="0" y="35598"/>
                      <a:pt x="1651" y="33865"/>
                      <a:pt x="4953" y="33865"/>
                    </a:cubicBezTo>
                    <a:lnTo>
                      <a:pt x="28130" y="33865"/>
                    </a:lnTo>
                    <a:lnTo>
                      <a:pt x="28130" y="5214"/>
                    </a:lnTo>
                    <a:cubicBezTo>
                      <a:pt x="28130" y="1734"/>
                      <a:pt x="29864" y="0"/>
                      <a:pt x="33344" y="0"/>
                    </a:cubicBezTo>
                    <a:lnTo>
                      <a:pt x="45580" y="0"/>
                    </a:lnTo>
                    <a:cubicBezTo>
                      <a:pt x="48882" y="0"/>
                      <a:pt x="50527" y="1734"/>
                      <a:pt x="50527" y="5214"/>
                    </a:cubicBezTo>
                    <a:lnTo>
                      <a:pt x="50527" y="33865"/>
                    </a:lnTo>
                    <a:lnTo>
                      <a:pt x="92983" y="33865"/>
                    </a:lnTo>
                    <a:cubicBezTo>
                      <a:pt x="96450" y="33865"/>
                      <a:pt x="98196" y="35598"/>
                      <a:pt x="98196" y="39065"/>
                    </a:cubicBezTo>
                    <a:lnTo>
                      <a:pt x="98196" y="47930"/>
                    </a:lnTo>
                    <a:cubicBezTo>
                      <a:pt x="98196" y="51397"/>
                      <a:pt x="96450" y="53130"/>
                      <a:pt x="92983" y="53130"/>
                    </a:cubicBezTo>
                    <a:lnTo>
                      <a:pt x="50527" y="53130"/>
                    </a:lnTo>
                    <a:lnTo>
                      <a:pt x="50527" y="111995"/>
                    </a:lnTo>
                    <a:cubicBezTo>
                      <a:pt x="50527" y="121374"/>
                      <a:pt x="52527" y="128010"/>
                      <a:pt x="56521" y="131915"/>
                    </a:cubicBezTo>
                    <a:cubicBezTo>
                      <a:pt x="60509" y="135820"/>
                      <a:pt x="66853" y="137782"/>
                      <a:pt x="75533" y="137782"/>
                    </a:cubicBezTo>
                    <a:cubicBezTo>
                      <a:pt x="82302" y="137782"/>
                      <a:pt x="88380" y="136735"/>
                      <a:pt x="93764" y="134658"/>
                    </a:cubicBezTo>
                    <a:cubicBezTo>
                      <a:pt x="94977" y="134138"/>
                      <a:pt x="96018" y="133871"/>
                      <a:pt x="96888" y="133871"/>
                    </a:cubicBezTo>
                    <a:cubicBezTo>
                      <a:pt x="98800" y="133871"/>
                      <a:pt x="99752" y="135344"/>
                      <a:pt x="99752" y="138303"/>
                    </a:cubicBezTo>
                    <a:lnTo>
                      <a:pt x="99752" y="147676"/>
                    </a:lnTo>
                    <a:cubicBezTo>
                      <a:pt x="99752" y="150279"/>
                      <a:pt x="98457" y="152197"/>
                      <a:pt x="95847" y="153410"/>
                    </a:cubicBezTo>
                    <a:cubicBezTo>
                      <a:pt x="88729" y="156356"/>
                      <a:pt x="80651" y="157836"/>
                      <a:pt x="71622" y="157836"/>
                    </a:cubicBezTo>
                    <a:cubicBezTo>
                      <a:pt x="42628" y="157836"/>
                      <a:pt x="28130" y="142907"/>
                      <a:pt x="28130" y="113037"/>
                    </a:cubicBezTo>
                    <a:lnTo>
                      <a:pt x="28130" y="53130"/>
                    </a:lnTo>
                    <a:lnTo>
                      <a:pt x="4953" y="53130"/>
                    </a:lnTo>
                    <a:cubicBezTo>
                      <a:pt x="1651" y="53130"/>
                      <a:pt x="0" y="51397"/>
                      <a:pt x="0" y="47930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CB81BCB8-6A42-40D4-719B-D78CF145500B}"/>
                  </a:ext>
                </a:extLst>
              </p:cNvPr>
              <p:cNvSpPr/>
              <p:nvPr/>
            </p:nvSpPr>
            <p:spPr>
              <a:xfrm>
                <a:off x="3515092" y="3501485"/>
                <a:ext cx="32296" cy="176326"/>
              </a:xfrm>
              <a:custGeom>
                <a:avLst/>
                <a:gdLst>
                  <a:gd name="connsiteX0" fmla="*/ 0 w 32296"/>
                  <a:gd name="connsiteY0" fmla="*/ 16154 h 176326"/>
                  <a:gd name="connsiteX1" fmla="*/ 4559 w 32296"/>
                  <a:gd name="connsiteY1" fmla="*/ 4559 h 176326"/>
                  <a:gd name="connsiteX2" fmla="*/ 16142 w 32296"/>
                  <a:gd name="connsiteY2" fmla="*/ 0 h 176326"/>
                  <a:gd name="connsiteX3" fmla="*/ 27737 w 32296"/>
                  <a:gd name="connsiteY3" fmla="*/ 4559 h 176326"/>
                  <a:gd name="connsiteX4" fmla="*/ 32296 w 32296"/>
                  <a:gd name="connsiteY4" fmla="*/ 16154 h 176326"/>
                  <a:gd name="connsiteX5" fmla="*/ 27864 w 32296"/>
                  <a:gd name="connsiteY5" fmla="*/ 27610 h 176326"/>
                  <a:gd name="connsiteX6" fmla="*/ 16142 w 32296"/>
                  <a:gd name="connsiteY6" fmla="*/ 32296 h 176326"/>
                  <a:gd name="connsiteX7" fmla="*/ 4559 w 32296"/>
                  <a:gd name="connsiteY7" fmla="*/ 27610 h 176326"/>
                  <a:gd name="connsiteX8" fmla="*/ 0 w 32296"/>
                  <a:gd name="connsiteY8" fmla="*/ 16154 h 176326"/>
                  <a:gd name="connsiteX9" fmla="*/ 4947 w 32296"/>
                  <a:gd name="connsiteY9" fmla="*/ 60166 h 176326"/>
                  <a:gd name="connsiteX10" fmla="*/ 10147 w 32296"/>
                  <a:gd name="connsiteY10" fmla="*/ 54966 h 176326"/>
                  <a:gd name="connsiteX11" fmla="*/ 22136 w 32296"/>
                  <a:gd name="connsiteY11" fmla="*/ 54966 h 176326"/>
                  <a:gd name="connsiteX12" fmla="*/ 27343 w 32296"/>
                  <a:gd name="connsiteY12" fmla="*/ 60166 h 176326"/>
                  <a:gd name="connsiteX13" fmla="*/ 27343 w 32296"/>
                  <a:gd name="connsiteY13" fmla="*/ 171120 h 176326"/>
                  <a:gd name="connsiteX14" fmla="*/ 22136 w 32296"/>
                  <a:gd name="connsiteY14" fmla="*/ 176327 h 176326"/>
                  <a:gd name="connsiteX15" fmla="*/ 10147 w 32296"/>
                  <a:gd name="connsiteY15" fmla="*/ 176327 h 176326"/>
                  <a:gd name="connsiteX16" fmla="*/ 4947 w 32296"/>
                  <a:gd name="connsiteY16" fmla="*/ 171120 h 176326"/>
                  <a:gd name="connsiteX17" fmla="*/ 4947 w 32296"/>
                  <a:gd name="connsiteY17" fmla="*/ 60166 h 176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296" h="176326">
                    <a:moveTo>
                      <a:pt x="0" y="16154"/>
                    </a:moveTo>
                    <a:cubicBezTo>
                      <a:pt x="0" y="11468"/>
                      <a:pt x="1512" y="7607"/>
                      <a:pt x="4559" y="4559"/>
                    </a:cubicBezTo>
                    <a:cubicBezTo>
                      <a:pt x="7588" y="1531"/>
                      <a:pt x="11456" y="0"/>
                      <a:pt x="16142" y="0"/>
                    </a:cubicBezTo>
                    <a:cubicBezTo>
                      <a:pt x="20828" y="0"/>
                      <a:pt x="24689" y="1531"/>
                      <a:pt x="27737" y="4559"/>
                    </a:cubicBezTo>
                    <a:cubicBezTo>
                      <a:pt x="30766" y="7607"/>
                      <a:pt x="32296" y="11468"/>
                      <a:pt x="32296" y="16154"/>
                    </a:cubicBezTo>
                    <a:cubicBezTo>
                      <a:pt x="32296" y="20676"/>
                      <a:pt x="30817" y="24486"/>
                      <a:pt x="27864" y="27610"/>
                    </a:cubicBezTo>
                    <a:cubicBezTo>
                      <a:pt x="24733" y="30740"/>
                      <a:pt x="20828" y="32296"/>
                      <a:pt x="16142" y="32296"/>
                    </a:cubicBezTo>
                    <a:cubicBezTo>
                      <a:pt x="11456" y="32296"/>
                      <a:pt x="7588" y="30740"/>
                      <a:pt x="4559" y="27610"/>
                    </a:cubicBezTo>
                    <a:cubicBezTo>
                      <a:pt x="1512" y="24486"/>
                      <a:pt x="0" y="20676"/>
                      <a:pt x="0" y="16154"/>
                    </a:cubicBezTo>
                    <a:close/>
                    <a:moveTo>
                      <a:pt x="4947" y="60166"/>
                    </a:moveTo>
                    <a:cubicBezTo>
                      <a:pt x="4947" y="56699"/>
                      <a:pt x="6680" y="54966"/>
                      <a:pt x="10147" y="54966"/>
                    </a:cubicBezTo>
                    <a:lnTo>
                      <a:pt x="22136" y="54966"/>
                    </a:lnTo>
                    <a:cubicBezTo>
                      <a:pt x="25603" y="54966"/>
                      <a:pt x="27343" y="56699"/>
                      <a:pt x="27343" y="60166"/>
                    </a:cubicBezTo>
                    <a:lnTo>
                      <a:pt x="27343" y="171120"/>
                    </a:lnTo>
                    <a:cubicBezTo>
                      <a:pt x="27343" y="174593"/>
                      <a:pt x="25603" y="176327"/>
                      <a:pt x="22136" y="176327"/>
                    </a:cubicBezTo>
                    <a:lnTo>
                      <a:pt x="10147" y="176327"/>
                    </a:lnTo>
                    <a:cubicBezTo>
                      <a:pt x="6680" y="176327"/>
                      <a:pt x="4947" y="174593"/>
                      <a:pt x="4947" y="171120"/>
                    </a:cubicBezTo>
                    <a:lnTo>
                      <a:pt x="4947" y="60166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2A91420-1AE6-0150-ACE5-81369CC64C6D}"/>
                  </a:ext>
                </a:extLst>
              </p:cNvPr>
              <p:cNvSpPr/>
              <p:nvPr/>
            </p:nvSpPr>
            <p:spPr>
              <a:xfrm>
                <a:off x="3583069" y="3553841"/>
                <a:ext cx="113550" cy="123971"/>
              </a:xfrm>
              <a:custGeom>
                <a:avLst/>
                <a:gdLst>
                  <a:gd name="connsiteX0" fmla="*/ 0 w 113550"/>
                  <a:gd name="connsiteY0" fmla="*/ 118764 h 123971"/>
                  <a:gd name="connsiteX1" fmla="*/ 0 w 113550"/>
                  <a:gd name="connsiteY1" fmla="*/ 7811 h 123971"/>
                  <a:gd name="connsiteX2" fmla="*/ 5200 w 113550"/>
                  <a:gd name="connsiteY2" fmla="*/ 2610 h 123971"/>
                  <a:gd name="connsiteX3" fmla="*/ 16923 w 113550"/>
                  <a:gd name="connsiteY3" fmla="*/ 2610 h 123971"/>
                  <a:gd name="connsiteX4" fmla="*/ 22136 w 113550"/>
                  <a:gd name="connsiteY4" fmla="*/ 7811 h 123971"/>
                  <a:gd name="connsiteX5" fmla="*/ 22136 w 113550"/>
                  <a:gd name="connsiteY5" fmla="*/ 22136 h 123971"/>
                  <a:gd name="connsiteX6" fmla="*/ 22657 w 113550"/>
                  <a:gd name="connsiteY6" fmla="*/ 22136 h 123971"/>
                  <a:gd name="connsiteX7" fmla="*/ 39059 w 113550"/>
                  <a:gd name="connsiteY7" fmla="*/ 5861 h 123971"/>
                  <a:gd name="connsiteX8" fmla="*/ 65106 w 113550"/>
                  <a:gd name="connsiteY8" fmla="*/ 0 h 123971"/>
                  <a:gd name="connsiteX9" fmla="*/ 100660 w 113550"/>
                  <a:gd name="connsiteY9" fmla="*/ 13545 h 123971"/>
                  <a:gd name="connsiteX10" fmla="*/ 113551 w 113550"/>
                  <a:gd name="connsiteY10" fmla="*/ 51048 h 123971"/>
                  <a:gd name="connsiteX11" fmla="*/ 113551 w 113550"/>
                  <a:gd name="connsiteY11" fmla="*/ 118764 h 123971"/>
                  <a:gd name="connsiteX12" fmla="*/ 108604 w 113550"/>
                  <a:gd name="connsiteY12" fmla="*/ 123971 h 123971"/>
                  <a:gd name="connsiteX13" fmla="*/ 96361 w 113550"/>
                  <a:gd name="connsiteY13" fmla="*/ 123971 h 123971"/>
                  <a:gd name="connsiteX14" fmla="*/ 91154 w 113550"/>
                  <a:gd name="connsiteY14" fmla="*/ 118764 h 123971"/>
                  <a:gd name="connsiteX15" fmla="*/ 91154 w 113550"/>
                  <a:gd name="connsiteY15" fmla="*/ 56001 h 123971"/>
                  <a:gd name="connsiteX16" fmla="*/ 59639 w 113550"/>
                  <a:gd name="connsiteY16" fmla="*/ 20581 h 123971"/>
                  <a:gd name="connsiteX17" fmla="*/ 32557 w 113550"/>
                  <a:gd name="connsiteY17" fmla="*/ 30474 h 123971"/>
                  <a:gd name="connsiteX18" fmla="*/ 22396 w 113550"/>
                  <a:gd name="connsiteY18" fmla="*/ 57042 h 123971"/>
                  <a:gd name="connsiteX19" fmla="*/ 22396 w 113550"/>
                  <a:gd name="connsiteY19" fmla="*/ 118764 h 123971"/>
                  <a:gd name="connsiteX20" fmla="*/ 17183 w 113550"/>
                  <a:gd name="connsiteY20" fmla="*/ 123971 h 123971"/>
                  <a:gd name="connsiteX21" fmla="*/ 5200 w 113550"/>
                  <a:gd name="connsiteY21" fmla="*/ 123971 h 123971"/>
                  <a:gd name="connsiteX22" fmla="*/ 0 w 113550"/>
                  <a:gd name="connsiteY22" fmla="*/ 118764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3550" h="123971">
                    <a:moveTo>
                      <a:pt x="0" y="118764"/>
                    </a:moveTo>
                    <a:lnTo>
                      <a:pt x="0" y="7811"/>
                    </a:lnTo>
                    <a:cubicBezTo>
                      <a:pt x="0" y="4344"/>
                      <a:pt x="1734" y="2610"/>
                      <a:pt x="5200" y="2610"/>
                    </a:cubicBezTo>
                    <a:lnTo>
                      <a:pt x="16923" y="2610"/>
                    </a:lnTo>
                    <a:cubicBezTo>
                      <a:pt x="20390" y="2610"/>
                      <a:pt x="22136" y="4344"/>
                      <a:pt x="22136" y="7811"/>
                    </a:cubicBezTo>
                    <a:lnTo>
                      <a:pt x="22136" y="22136"/>
                    </a:lnTo>
                    <a:lnTo>
                      <a:pt x="22657" y="22136"/>
                    </a:lnTo>
                    <a:cubicBezTo>
                      <a:pt x="26124" y="15202"/>
                      <a:pt x="31598" y="9766"/>
                      <a:pt x="39059" y="5861"/>
                    </a:cubicBezTo>
                    <a:cubicBezTo>
                      <a:pt x="46527" y="1956"/>
                      <a:pt x="55213" y="0"/>
                      <a:pt x="65106" y="0"/>
                    </a:cubicBezTo>
                    <a:cubicBezTo>
                      <a:pt x="80213" y="0"/>
                      <a:pt x="92069" y="4521"/>
                      <a:pt x="100660" y="13545"/>
                    </a:cubicBezTo>
                    <a:cubicBezTo>
                      <a:pt x="109252" y="22575"/>
                      <a:pt x="113551" y="35071"/>
                      <a:pt x="113551" y="51048"/>
                    </a:cubicBezTo>
                    <a:lnTo>
                      <a:pt x="113551" y="118764"/>
                    </a:lnTo>
                    <a:cubicBezTo>
                      <a:pt x="113551" y="122238"/>
                      <a:pt x="111900" y="123971"/>
                      <a:pt x="108604" y="123971"/>
                    </a:cubicBezTo>
                    <a:lnTo>
                      <a:pt x="96361" y="123971"/>
                    </a:lnTo>
                    <a:cubicBezTo>
                      <a:pt x="92888" y="123971"/>
                      <a:pt x="91154" y="122238"/>
                      <a:pt x="91154" y="118764"/>
                    </a:cubicBezTo>
                    <a:lnTo>
                      <a:pt x="91154" y="56001"/>
                    </a:lnTo>
                    <a:cubicBezTo>
                      <a:pt x="91154" y="32385"/>
                      <a:pt x="80638" y="20581"/>
                      <a:pt x="59639" y="20581"/>
                    </a:cubicBezTo>
                    <a:cubicBezTo>
                      <a:pt x="48342" y="20581"/>
                      <a:pt x="39319" y="23876"/>
                      <a:pt x="32557" y="30474"/>
                    </a:cubicBezTo>
                    <a:cubicBezTo>
                      <a:pt x="25781" y="37078"/>
                      <a:pt x="22396" y="45930"/>
                      <a:pt x="22396" y="57042"/>
                    </a:cubicBezTo>
                    <a:lnTo>
                      <a:pt x="22396" y="118764"/>
                    </a:lnTo>
                    <a:cubicBezTo>
                      <a:pt x="22396" y="122238"/>
                      <a:pt x="20656" y="123971"/>
                      <a:pt x="17183" y="123971"/>
                    </a:cubicBezTo>
                    <a:lnTo>
                      <a:pt x="5200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42FAB60B-7202-0316-A6C1-842492B37C18}"/>
                  </a:ext>
                </a:extLst>
              </p:cNvPr>
              <p:cNvSpPr/>
              <p:nvPr/>
            </p:nvSpPr>
            <p:spPr>
              <a:xfrm>
                <a:off x="3720578" y="3492633"/>
                <a:ext cx="94538" cy="185178"/>
              </a:xfrm>
              <a:custGeom>
                <a:avLst/>
                <a:gdLst>
                  <a:gd name="connsiteX0" fmla="*/ 4947 w 94538"/>
                  <a:gd name="connsiteY0" fmla="*/ 63817 h 185178"/>
                  <a:gd name="connsiteX1" fmla="*/ 27864 w 94538"/>
                  <a:gd name="connsiteY1" fmla="*/ 63817 h 185178"/>
                  <a:gd name="connsiteX2" fmla="*/ 27864 w 94538"/>
                  <a:gd name="connsiteY2" fmla="*/ 53137 h 185178"/>
                  <a:gd name="connsiteX3" fmla="*/ 73704 w 94538"/>
                  <a:gd name="connsiteY3" fmla="*/ 0 h 185178"/>
                  <a:gd name="connsiteX4" fmla="*/ 90373 w 94538"/>
                  <a:gd name="connsiteY4" fmla="*/ 2349 h 185178"/>
                  <a:gd name="connsiteX5" fmla="*/ 94539 w 94538"/>
                  <a:gd name="connsiteY5" fmla="*/ 7817 h 185178"/>
                  <a:gd name="connsiteX6" fmla="*/ 94539 w 94538"/>
                  <a:gd name="connsiteY6" fmla="*/ 16935 h 185178"/>
                  <a:gd name="connsiteX7" fmla="*/ 90633 w 94538"/>
                  <a:gd name="connsiteY7" fmla="*/ 21622 h 185178"/>
                  <a:gd name="connsiteX8" fmla="*/ 88811 w 94538"/>
                  <a:gd name="connsiteY8" fmla="*/ 21361 h 185178"/>
                  <a:gd name="connsiteX9" fmla="*/ 77610 w 94538"/>
                  <a:gd name="connsiteY9" fmla="*/ 20320 h 185178"/>
                  <a:gd name="connsiteX10" fmla="*/ 56648 w 94538"/>
                  <a:gd name="connsiteY10" fmla="*/ 27610 h 185178"/>
                  <a:gd name="connsiteX11" fmla="*/ 50266 w 94538"/>
                  <a:gd name="connsiteY11" fmla="*/ 52616 h 185178"/>
                  <a:gd name="connsiteX12" fmla="*/ 50266 w 94538"/>
                  <a:gd name="connsiteY12" fmla="*/ 63817 h 185178"/>
                  <a:gd name="connsiteX13" fmla="*/ 87769 w 94538"/>
                  <a:gd name="connsiteY13" fmla="*/ 63817 h 185178"/>
                  <a:gd name="connsiteX14" fmla="*/ 92716 w 94538"/>
                  <a:gd name="connsiteY14" fmla="*/ 69018 h 185178"/>
                  <a:gd name="connsiteX15" fmla="*/ 92716 w 94538"/>
                  <a:gd name="connsiteY15" fmla="*/ 77883 h 185178"/>
                  <a:gd name="connsiteX16" fmla="*/ 87769 w 94538"/>
                  <a:gd name="connsiteY16" fmla="*/ 83083 h 185178"/>
                  <a:gd name="connsiteX17" fmla="*/ 50266 w 94538"/>
                  <a:gd name="connsiteY17" fmla="*/ 83083 h 185178"/>
                  <a:gd name="connsiteX18" fmla="*/ 50266 w 94538"/>
                  <a:gd name="connsiteY18" fmla="*/ 179972 h 185178"/>
                  <a:gd name="connsiteX19" fmla="*/ 45053 w 94538"/>
                  <a:gd name="connsiteY19" fmla="*/ 185179 h 185178"/>
                  <a:gd name="connsiteX20" fmla="*/ 32817 w 94538"/>
                  <a:gd name="connsiteY20" fmla="*/ 185179 h 185178"/>
                  <a:gd name="connsiteX21" fmla="*/ 27864 w 94538"/>
                  <a:gd name="connsiteY21" fmla="*/ 179972 h 185178"/>
                  <a:gd name="connsiteX22" fmla="*/ 27864 w 94538"/>
                  <a:gd name="connsiteY22" fmla="*/ 83083 h 185178"/>
                  <a:gd name="connsiteX23" fmla="*/ 4947 w 94538"/>
                  <a:gd name="connsiteY23" fmla="*/ 83083 h 185178"/>
                  <a:gd name="connsiteX24" fmla="*/ 0 w 94538"/>
                  <a:gd name="connsiteY24" fmla="*/ 77883 h 185178"/>
                  <a:gd name="connsiteX25" fmla="*/ 0 w 94538"/>
                  <a:gd name="connsiteY25" fmla="*/ 69018 h 185178"/>
                  <a:gd name="connsiteX26" fmla="*/ 4947 w 94538"/>
                  <a:gd name="connsiteY26" fmla="*/ 63817 h 18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4538" h="185178">
                    <a:moveTo>
                      <a:pt x="4947" y="63817"/>
                    </a:moveTo>
                    <a:lnTo>
                      <a:pt x="27864" y="63817"/>
                    </a:lnTo>
                    <a:lnTo>
                      <a:pt x="27864" y="53137"/>
                    </a:lnTo>
                    <a:cubicBezTo>
                      <a:pt x="27864" y="17716"/>
                      <a:pt x="43142" y="0"/>
                      <a:pt x="73704" y="0"/>
                    </a:cubicBezTo>
                    <a:cubicBezTo>
                      <a:pt x="79952" y="0"/>
                      <a:pt x="85509" y="781"/>
                      <a:pt x="90373" y="2349"/>
                    </a:cubicBezTo>
                    <a:cubicBezTo>
                      <a:pt x="93148" y="3048"/>
                      <a:pt x="94539" y="4864"/>
                      <a:pt x="94539" y="7817"/>
                    </a:cubicBezTo>
                    <a:lnTo>
                      <a:pt x="94539" y="16935"/>
                    </a:lnTo>
                    <a:cubicBezTo>
                      <a:pt x="94539" y="20060"/>
                      <a:pt x="93243" y="21622"/>
                      <a:pt x="90633" y="21622"/>
                    </a:cubicBezTo>
                    <a:cubicBezTo>
                      <a:pt x="90113" y="21622"/>
                      <a:pt x="89503" y="21539"/>
                      <a:pt x="88811" y="21361"/>
                    </a:cubicBezTo>
                    <a:cubicBezTo>
                      <a:pt x="85337" y="20669"/>
                      <a:pt x="81597" y="20320"/>
                      <a:pt x="77610" y="20320"/>
                    </a:cubicBezTo>
                    <a:cubicBezTo>
                      <a:pt x="67881" y="20320"/>
                      <a:pt x="60896" y="22752"/>
                      <a:pt x="56648" y="27610"/>
                    </a:cubicBezTo>
                    <a:cubicBezTo>
                      <a:pt x="52388" y="32474"/>
                      <a:pt x="50266" y="40805"/>
                      <a:pt x="50266" y="52616"/>
                    </a:cubicBezTo>
                    <a:lnTo>
                      <a:pt x="50266" y="63817"/>
                    </a:lnTo>
                    <a:lnTo>
                      <a:pt x="87769" y="63817"/>
                    </a:lnTo>
                    <a:cubicBezTo>
                      <a:pt x="91059" y="63817"/>
                      <a:pt x="92716" y="65551"/>
                      <a:pt x="92716" y="69018"/>
                    </a:cubicBezTo>
                    <a:lnTo>
                      <a:pt x="92716" y="77883"/>
                    </a:lnTo>
                    <a:cubicBezTo>
                      <a:pt x="92716" y="81350"/>
                      <a:pt x="91059" y="83083"/>
                      <a:pt x="87769" y="83083"/>
                    </a:cubicBezTo>
                    <a:lnTo>
                      <a:pt x="50266" y="83083"/>
                    </a:lnTo>
                    <a:lnTo>
                      <a:pt x="50266" y="179972"/>
                    </a:lnTo>
                    <a:cubicBezTo>
                      <a:pt x="50266" y="183445"/>
                      <a:pt x="48520" y="185179"/>
                      <a:pt x="45053" y="185179"/>
                    </a:cubicBezTo>
                    <a:lnTo>
                      <a:pt x="32817" y="185179"/>
                    </a:lnTo>
                    <a:cubicBezTo>
                      <a:pt x="29514" y="185179"/>
                      <a:pt x="27864" y="183445"/>
                      <a:pt x="27864" y="179972"/>
                    </a:cubicBezTo>
                    <a:lnTo>
                      <a:pt x="27864" y="83083"/>
                    </a:lnTo>
                    <a:lnTo>
                      <a:pt x="4947" y="83083"/>
                    </a:lnTo>
                    <a:cubicBezTo>
                      <a:pt x="1644" y="83083"/>
                      <a:pt x="0" y="81350"/>
                      <a:pt x="0" y="77883"/>
                    </a:cubicBezTo>
                    <a:lnTo>
                      <a:pt x="0" y="69018"/>
                    </a:lnTo>
                    <a:cubicBezTo>
                      <a:pt x="0" y="65551"/>
                      <a:pt x="1644" y="63817"/>
                      <a:pt x="4947" y="6381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54B199B3-EC9D-B133-EB6D-C0ED2C8A2C8E}"/>
                  </a:ext>
                </a:extLst>
              </p:cNvPr>
              <p:cNvSpPr/>
              <p:nvPr/>
            </p:nvSpPr>
            <p:spPr>
              <a:xfrm>
                <a:off x="3827620" y="3553841"/>
                <a:ext cx="127368" cy="126581"/>
              </a:xfrm>
              <a:custGeom>
                <a:avLst/>
                <a:gdLst>
                  <a:gd name="connsiteX0" fmla="*/ 18497 w 127368"/>
                  <a:gd name="connsiteY0" fmla="*/ 18231 h 126581"/>
                  <a:gd name="connsiteX1" fmla="*/ 63811 w 127368"/>
                  <a:gd name="connsiteY1" fmla="*/ 0 h 126581"/>
                  <a:gd name="connsiteX2" fmla="*/ 109004 w 127368"/>
                  <a:gd name="connsiteY2" fmla="*/ 18231 h 126581"/>
                  <a:gd name="connsiteX3" fmla="*/ 127368 w 127368"/>
                  <a:gd name="connsiteY3" fmla="*/ 63284 h 126581"/>
                  <a:gd name="connsiteX4" fmla="*/ 109004 w 127368"/>
                  <a:gd name="connsiteY4" fmla="*/ 108350 h 126581"/>
                  <a:gd name="connsiteX5" fmla="*/ 63811 w 127368"/>
                  <a:gd name="connsiteY5" fmla="*/ 126581 h 126581"/>
                  <a:gd name="connsiteX6" fmla="*/ 18364 w 127368"/>
                  <a:gd name="connsiteY6" fmla="*/ 108350 h 126581"/>
                  <a:gd name="connsiteX7" fmla="*/ 0 w 127368"/>
                  <a:gd name="connsiteY7" fmla="*/ 63284 h 126581"/>
                  <a:gd name="connsiteX8" fmla="*/ 18497 w 127368"/>
                  <a:gd name="connsiteY8" fmla="*/ 18231 h 126581"/>
                  <a:gd name="connsiteX9" fmla="*/ 22923 w 127368"/>
                  <a:gd name="connsiteY9" fmla="*/ 63284 h 126581"/>
                  <a:gd name="connsiteX10" fmla="*/ 34385 w 127368"/>
                  <a:gd name="connsiteY10" fmla="*/ 94285 h 126581"/>
                  <a:gd name="connsiteX11" fmla="*/ 63811 w 127368"/>
                  <a:gd name="connsiteY11" fmla="*/ 106528 h 126581"/>
                  <a:gd name="connsiteX12" fmla="*/ 93243 w 127368"/>
                  <a:gd name="connsiteY12" fmla="*/ 94285 h 126581"/>
                  <a:gd name="connsiteX13" fmla="*/ 104451 w 127368"/>
                  <a:gd name="connsiteY13" fmla="*/ 63284 h 126581"/>
                  <a:gd name="connsiteX14" fmla="*/ 93116 w 127368"/>
                  <a:gd name="connsiteY14" fmla="*/ 32557 h 126581"/>
                  <a:gd name="connsiteX15" fmla="*/ 63811 w 127368"/>
                  <a:gd name="connsiteY15" fmla="*/ 20320 h 126581"/>
                  <a:gd name="connsiteX16" fmla="*/ 34252 w 127368"/>
                  <a:gd name="connsiteY16" fmla="*/ 32557 h 126581"/>
                  <a:gd name="connsiteX17" fmla="*/ 22923 w 127368"/>
                  <a:gd name="connsiteY17" fmla="*/ 63284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7368" h="126581">
                    <a:moveTo>
                      <a:pt x="18497" y="18231"/>
                    </a:moveTo>
                    <a:cubicBezTo>
                      <a:pt x="30651" y="6077"/>
                      <a:pt x="45758" y="0"/>
                      <a:pt x="63811" y="0"/>
                    </a:cubicBezTo>
                    <a:cubicBezTo>
                      <a:pt x="81699" y="0"/>
                      <a:pt x="96761" y="6077"/>
                      <a:pt x="109004" y="18231"/>
                    </a:cubicBezTo>
                    <a:cubicBezTo>
                      <a:pt x="121247" y="30385"/>
                      <a:pt x="127368" y="45409"/>
                      <a:pt x="127368" y="63284"/>
                    </a:cubicBezTo>
                    <a:cubicBezTo>
                      <a:pt x="127368" y="81172"/>
                      <a:pt x="121247" y="96196"/>
                      <a:pt x="109004" y="108350"/>
                    </a:cubicBezTo>
                    <a:cubicBezTo>
                      <a:pt x="96761" y="120504"/>
                      <a:pt x="81699" y="126581"/>
                      <a:pt x="63811" y="126581"/>
                    </a:cubicBezTo>
                    <a:cubicBezTo>
                      <a:pt x="45758" y="126581"/>
                      <a:pt x="30613" y="120504"/>
                      <a:pt x="18364" y="108350"/>
                    </a:cubicBezTo>
                    <a:cubicBezTo>
                      <a:pt x="6128" y="96196"/>
                      <a:pt x="0" y="81172"/>
                      <a:pt x="0" y="63284"/>
                    </a:cubicBezTo>
                    <a:cubicBezTo>
                      <a:pt x="0" y="45409"/>
                      <a:pt x="6166" y="30385"/>
                      <a:pt x="18497" y="18231"/>
                    </a:cubicBezTo>
                    <a:close/>
                    <a:moveTo>
                      <a:pt x="22923" y="63284"/>
                    </a:moveTo>
                    <a:cubicBezTo>
                      <a:pt x="22923" y="75794"/>
                      <a:pt x="26746" y="86125"/>
                      <a:pt x="34385" y="94285"/>
                    </a:cubicBezTo>
                    <a:cubicBezTo>
                      <a:pt x="41846" y="102451"/>
                      <a:pt x="51657" y="106528"/>
                      <a:pt x="63811" y="106528"/>
                    </a:cubicBezTo>
                    <a:cubicBezTo>
                      <a:pt x="75965" y="106528"/>
                      <a:pt x="85782" y="102451"/>
                      <a:pt x="93243" y="94285"/>
                    </a:cubicBezTo>
                    <a:cubicBezTo>
                      <a:pt x="100711" y="86125"/>
                      <a:pt x="104451" y="75794"/>
                      <a:pt x="104451" y="63284"/>
                    </a:cubicBezTo>
                    <a:cubicBezTo>
                      <a:pt x="104451" y="50965"/>
                      <a:pt x="100666" y="40723"/>
                      <a:pt x="93116" y="32557"/>
                    </a:cubicBezTo>
                    <a:cubicBezTo>
                      <a:pt x="85566" y="24403"/>
                      <a:pt x="75800" y="20320"/>
                      <a:pt x="63811" y="20320"/>
                    </a:cubicBezTo>
                    <a:cubicBezTo>
                      <a:pt x="51657" y="20320"/>
                      <a:pt x="41808" y="24403"/>
                      <a:pt x="34252" y="32557"/>
                    </a:cubicBezTo>
                    <a:cubicBezTo>
                      <a:pt x="26695" y="40723"/>
                      <a:pt x="22923" y="50965"/>
                      <a:pt x="22923" y="6328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8AD01832-D0B1-483B-73C4-4F21796CE23B}"/>
                  </a:ext>
                </a:extLst>
              </p:cNvPr>
              <p:cNvSpPr/>
              <p:nvPr/>
            </p:nvSpPr>
            <p:spPr>
              <a:xfrm>
                <a:off x="3988059" y="3554362"/>
                <a:ext cx="73443" cy="123450"/>
              </a:xfrm>
              <a:custGeom>
                <a:avLst/>
                <a:gdLst>
                  <a:gd name="connsiteX0" fmla="*/ 5200 w 73443"/>
                  <a:gd name="connsiteY0" fmla="*/ 2089 h 123450"/>
                  <a:gd name="connsiteX1" fmla="*/ 16929 w 73443"/>
                  <a:gd name="connsiteY1" fmla="*/ 2089 h 123450"/>
                  <a:gd name="connsiteX2" fmla="*/ 22136 w 73443"/>
                  <a:gd name="connsiteY2" fmla="*/ 7290 h 123450"/>
                  <a:gd name="connsiteX3" fmla="*/ 22136 w 73443"/>
                  <a:gd name="connsiteY3" fmla="*/ 26302 h 123450"/>
                  <a:gd name="connsiteX4" fmla="*/ 22396 w 73443"/>
                  <a:gd name="connsiteY4" fmla="*/ 26302 h 123450"/>
                  <a:gd name="connsiteX5" fmla="*/ 61722 w 73443"/>
                  <a:gd name="connsiteY5" fmla="*/ 0 h 123450"/>
                  <a:gd name="connsiteX6" fmla="*/ 69018 w 73443"/>
                  <a:gd name="connsiteY6" fmla="*/ 521 h 123450"/>
                  <a:gd name="connsiteX7" fmla="*/ 73444 w 73443"/>
                  <a:gd name="connsiteY7" fmla="*/ 6515 h 123450"/>
                  <a:gd name="connsiteX8" fmla="*/ 73444 w 73443"/>
                  <a:gd name="connsiteY8" fmla="*/ 16669 h 123450"/>
                  <a:gd name="connsiteX9" fmla="*/ 69278 w 73443"/>
                  <a:gd name="connsiteY9" fmla="*/ 21095 h 123450"/>
                  <a:gd name="connsiteX10" fmla="*/ 67976 w 73443"/>
                  <a:gd name="connsiteY10" fmla="*/ 21095 h 123450"/>
                  <a:gd name="connsiteX11" fmla="*/ 61461 w 73443"/>
                  <a:gd name="connsiteY11" fmla="*/ 20834 h 123450"/>
                  <a:gd name="connsiteX12" fmla="*/ 32690 w 73443"/>
                  <a:gd name="connsiteY12" fmla="*/ 33077 h 123450"/>
                  <a:gd name="connsiteX13" fmla="*/ 22396 w 73443"/>
                  <a:gd name="connsiteY13" fmla="*/ 70586 h 123450"/>
                  <a:gd name="connsiteX14" fmla="*/ 22396 w 73443"/>
                  <a:gd name="connsiteY14" fmla="*/ 118243 h 123450"/>
                  <a:gd name="connsiteX15" fmla="*/ 17189 w 73443"/>
                  <a:gd name="connsiteY15" fmla="*/ 123450 h 123450"/>
                  <a:gd name="connsiteX16" fmla="*/ 5200 w 73443"/>
                  <a:gd name="connsiteY16" fmla="*/ 123450 h 123450"/>
                  <a:gd name="connsiteX17" fmla="*/ 0 w 73443"/>
                  <a:gd name="connsiteY17" fmla="*/ 118243 h 123450"/>
                  <a:gd name="connsiteX18" fmla="*/ 0 w 73443"/>
                  <a:gd name="connsiteY18" fmla="*/ 7290 h 123450"/>
                  <a:gd name="connsiteX19" fmla="*/ 5200 w 73443"/>
                  <a:gd name="connsiteY19" fmla="*/ 2089 h 12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443" h="123450">
                    <a:moveTo>
                      <a:pt x="5200" y="2089"/>
                    </a:moveTo>
                    <a:lnTo>
                      <a:pt x="16929" y="2089"/>
                    </a:lnTo>
                    <a:cubicBezTo>
                      <a:pt x="20396" y="2089"/>
                      <a:pt x="22136" y="3823"/>
                      <a:pt x="22136" y="7290"/>
                    </a:cubicBezTo>
                    <a:lnTo>
                      <a:pt x="22136" y="26302"/>
                    </a:lnTo>
                    <a:lnTo>
                      <a:pt x="22396" y="26302"/>
                    </a:lnTo>
                    <a:cubicBezTo>
                      <a:pt x="29508" y="8769"/>
                      <a:pt x="42621" y="0"/>
                      <a:pt x="61722" y="0"/>
                    </a:cubicBezTo>
                    <a:cubicBezTo>
                      <a:pt x="63455" y="0"/>
                      <a:pt x="65887" y="178"/>
                      <a:pt x="69018" y="521"/>
                    </a:cubicBezTo>
                    <a:cubicBezTo>
                      <a:pt x="71965" y="1219"/>
                      <a:pt x="73444" y="3213"/>
                      <a:pt x="73444" y="6515"/>
                    </a:cubicBezTo>
                    <a:lnTo>
                      <a:pt x="73444" y="16669"/>
                    </a:lnTo>
                    <a:cubicBezTo>
                      <a:pt x="73444" y="19621"/>
                      <a:pt x="72047" y="21095"/>
                      <a:pt x="69278" y="21095"/>
                    </a:cubicBezTo>
                    <a:lnTo>
                      <a:pt x="67976" y="21095"/>
                    </a:lnTo>
                    <a:cubicBezTo>
                      <a:pt x="66758" y="20923"/>
                      <a:pt x="64592" y="20834"/>
                      <a:pt x="61461" y="20834"/>
                    </a:cubicBezTo>
                    <a:cubicBezTo>
                      <a:pt x="49130" y="20834"/>
                      <a:pt x="39541" y="24917"/>
                      <a:pt x="32690" y="33077"/>
                    </a:cubicBezTo>
                    <a:cubicBezTo>
                      <a:pt x="25819" y="41243"/>
                      <a:pt x="22396" y="53740"/>
                      <a:pt x="22396" y="70586"/>
                    </a:cubicBezTo>
                    <a:lnTo>
                      <a:pt x="22396" y="118243"/>
                    </a:lnTo>
                    <a:cubicBezTo>
                      <a:pt x="22396" y="121717"/>
                      <a:pt x="20656" y="123450"/>
                      <a:pt x="17189" y="123450"/>
                    </a:cubicBezTo>
                    <a:lnTo>
                      <a:pt x="5200" y="123450"/>
                    </a:lnTo>
                    <a:cubicBezTo>
                      <a:pt x="1734" y="123450"/>
                      <a:pt x="0" y="121717"/>
                      <a:pt x="0" y="118243"/>
                    </a:cubicBezTo>
                    <a:lnTo>
                      <a:pt x="0" y="7290"/>
                    </a:lnTo>
                    <a:cubicBezTo>
                      <a:pt x="0" y="3823"/>
                      <a:pt x="1734" y="2089"/>
                      <a:pt x="5200" y="2089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751C3C1-54E1-2B4C-82B0-EF2D4DE9ECA8}"/>
                  </a:ext>
                </a:extLst>
              </p:cNvPr>
              <p:cNvSpPr/>
              <p:nvPr/>
            </p:nvSpPr>
            <p:spPr>
              <a:xfrm>
                <a:off x="4088332" y="3553841"/>
                <a:ext cx="190646" cy="123971"/>
              </a:xfrm>
              <a:custGeom>
                <a:avLst/>
                <a:gdLst>
                  <a:gd name="connsiteX0" fmla="*/ 0 w 190646"/>
                  <a:gd name="connsiteY0" fmla="*/ 7811 h 123971"/>
                  <a:gd name="connsiteX1" fmla="*/ 5201 w 190646"/>
                  <a:gd name="connsiteY1" fmla="*/ 2610 h 123971"/>
                  <a:gd name="connsiteX2" fmla="*/ 16663 w 190646"/>
                  <a:gd name="connsiteY2" fmla="*/ 2610 h 123971"/>
                  <a:gd name="connsiteX3" fmla="*/ 21876 w 190646"/>
                  <a:gd name="connsiteY3" fmla="*/ 7811 h 123971"/>
                  <a:gd name="connsiteX4" fmla="*/ 21876 w 190646"/>
                  <a:gd name="connsiteY4" fmla="*/ 22917 h 123971"/>
                  <a:gd name="connsiteX5" fmla="*/ 22657 w 190646"/>
                  <a:gd name="connsiteY5" fmla="*/ 22917 h 123971"/>
                  <a:gd name="connsiteX6" fmla="*/ 37630 w 190646"/>
                  <a:gd name="connsiteY6" fmla="*/ 6122 h 123971"/>
                  <a:gd name="connsiteX7" fmla="*/ 61462 w 190646"/>
                  <a:gd name="connsiteY7" fmla="*/ 0 h 123971"/>
                  <a:gd name="connsiteX8" fmla="*/ 85554 w 190646"/>
                  <a:gd name="connsiteY8" fmla="*/ 6642 h 123971"/>
                  <a:gd name="connsiteX9" fmla="*/ 101054 w 190646"/>
                  <a:gd name="connsiteY9" fmla="*/ 25267 h 123971"/>
                  <a:gd name="connsiteX10" fmla="*/ 101835 w 190646"/>
                  <a:gd name="connsiteY10" fmla="*/ 25267 h 123971"/>
                  <a:gd name="connsiteX11" fmla="*/ 118891 w 190646"/>
                  <a:gd name="connsiteY11" fmla="*/ 6642 h 123971"/>
                  <a:gd name="connsiteX12" fmla="*/ 144806 w 190646"/>
                  <a:gd name="connsiteY12" fmla="*/ 0 h 123971"/>
                  <a:gd name="connsiteX13" fmla="*/ 178276 w 190646"/>
                  <a:gd name="connsiteY13" fmla="*/ 13545 h 123971"/>
                  <a:gd name="connsiteX14" fmla="*/ 190646 w 190646"/>
                  <a:gd name="connsiteY14" fmla="*/ 50527 h 123971"/>
                  <a:gd name="connsiteX15" fmla="*/ 190646 w 190646"/>
                  <a:gd name="connsiteY15" fmla="*/ 118764 h 123971"/>
                  <a:gd name="connsiteX16" fmla="*/ 185433 w 190646"/>
                  <a:gd name="connsiteY16" fmla="*/ 123971 h 123971"/>
                  <a:gd name="connsiteX17" fmla="*/ 173196 w 190646"/>
                  <a:gd name="connsiteY17" fmla="*/ 123971 h 123971"/>
                  <a:gd name="connsiteX18" fmla="*/ 168244 w 190646"/>
                  <a:gd name="connsiteY18" fmla="*/ 118764 h 123971"/>
                  <a:gd name="connsiteX19" fmla="*/ 168244 w 190646"/>
                  <a:gd name="connsiteY19" fmla="*/ 56001 h 123971"/>
                  <a:gd name="connsiteX20" fmla="*/ 160827 w 190646"/>
                  <a:gd name="connsiteY20" fmla="*/ 29566 h 123971"/>
                  <a:gd name="connsiteX21" fmla="*/ 139859 w 190646"/>
                  <a:gd name="connsiteY21" fmla="*/ 20581 h 123971"/>
                  <a:gd name="connsiteX22" fmla="*/ 115894 w 190646"/>
                  <a:gd name="connsiteY22" fmla="*/ 30480 h 123971"/>
                  <a:gd name="connsiteX23" fmla="*/ 106521 w 190646"/>
                  <a:gd name="connsiteY23" fmla="*/ 57042 h 123971"/>
                  <a:gd name="connsiteX24" fmla="*/ 106521 w 190646"/>
                  <a:gd name="connsiteY24" fmla="*/ 118764 h 123971"/>
                  <a:gd name="connsiteX25" fmla="*/ 101314 w 190646"/>
                  <a:gd name="connsiteY25" fmla="*/ 123971 h 123971"/>
                  <a:gd name="connsiteX26" fmla="*/ 89326 w 190646"/>
                  <a:gd name="connsiteY26" fmla="*/ 123971 h 123971"/>
                  <a:gd name="connsiteX27" fmla="*/ 84119 w 190646"/>
                  <a:gd name="connsiteY27" fmla="*/ 118764 h 123971"/>
                  <a:gd name="connsiteX28" fmla="*/ 84119 w 190646"/>
                  <a:gd name="connsiteY28" fmla="*/ 56001 h 123971"/>
                  <a:gd name="connsiteX29" fmla="*/ 76569 w 190646"/>
                  <a:gd name="connsiteY29" fmla="*/ 29566 h 123971"/>
                  <a:gd name="connsiteX30" fmla="*/ 55734 w 190646"/>
                  <a:gd name="connsiteY30" fmla="*/ 20581 h 123971"/>
                  <a:gd name="connsiteX31" fmla="*/ 31776 w 190646"/>
                  <a:gd name="connsiteY31" fmla="*/ 30601 h 123971"/>
                  <a:gd name="connsiteX32" fmla="*/ 22397 w 190646"/>
                  <a:gd name="connsiteY32" fmla="*/ 57042 h 123971"/>
                  <a:gd name="connsiteX33" fmla="*/ 22397 w 190646"/>
                  <a:gd name="connsiteY33" fmla="*/ 118764 h 123971"/>
                  <a:gd name="connsiteX34" fmla="*/ 17183 w 190646"/>
                  <a:gd name="connsiteY34" fmla="*/ 123971 h 123971"/>
                  <a:gd name="connsiteX35" fmla="*/ 5201 w 190646"/>
                  <a:gd name="connsiteY35" fmla="*/ 123971 h 123971"/>
                  <a:gd name="connsiteX36" fmla="*/ 0 w 190646"/>
                  <a:gd name="connsiteY36" fmla="*/ 118764 h 123971"/>
                  <a:gd name="connsiteX37" fmla="*/ 0 w 190646"/>
                  <a:gd name="connsiteY37" fmla="*/ 7811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90646" h="123971">
                    <a:moveTo>
                      <a:pt x="0" y="7811"/>
                    </a:moveTo>
                    <a:cubicBezTo>
                      <a:pt x="0" y="4344"/>
                      <a:pt x="1734" y="2610"/>
                      <a:pt x="5201" y="2610"/>
                    </a:cubicBezTo>
                    <a:lnTo>
                      <a:pt x="16663" y="2610"/>
                    </a:lnTo>
                    <a:cubicBezTo>
                      <a:pt x="20136" y="2610"/>
                      <a:pt x="21876" y="4344"/>
                      <a:pt x="21876" y="7811"/>
                    </a:cubicBezTo>
                    <a:lnTo>
                      <a:pt x="21876" y="22917"/>
                    </a:lnTo>
                    <a:lnTo>
                      <a:pt x="22657" y="22917"/>
                    </a:lnTo>
                    <a:cubicBezTo>
                      <a:pt x="25781" y="15805"/>
                      <a:pt x="30766" y="10205"/>
                      <a:pt x="37630" y="6122"/>
                    </a:cubicBezTo>
                    <a:cubicBezTo>
                      <a:pt x="44488" y="2039"/>
                      <a:pt x="52432" y="0"/>
                      <a:pt x="61462" y="0"/>
                    </a:cubicBezTo>
                    <a:cubicBezTo>
                      <a:pt x="70663" y="0"/>
                      <a:pt x="78696" y="2216"/>
                      <a:pt x="85554" y="6642"/>
                    </a:cubicBezTo>
                    <a:cubicBezTo>
                      <a:pt x="92412" y="11075"/>
                      <a:pt x="97574" y="17278"/>
                      <a:pt x="101054" y="25267"/>
                    </a:cubicBezTo>
                    <a:lnTo>
                      <a:pt x="101835" y="25267"/>
                    </a:lnTo>
                    <a:cubicBezTo>
                      <a:pt x="105651" y="17278"/>
                      <a:pt x="111335" y="11075"/>
                      <a:pt x="118891" y="6642"/>
                    </a:cubicBezTo>
                    <a:cubicBezTo>
                      <a:pt x="126442" y="2216"/>
                      <a:pt x="135084" y="0"/>
                      <a:pt x="144806" y="0"/>
                    </a:cubicBezTo>
                    <a:cubicBezTo>
                      <a:pt x="158871" y="0"/>
                      <a:pt x="170028" y="4521"/>
                      <a:pt x="178276" y="13545"/>
                    </a:cubicBezTo>
                    <a:cubicBezTo>
                      <a:pt x="186519" y="22575"/>
                      <a:pt x="190646" y="34906"/>
                      <a:pt x="190646" y="50527"/>
                    </a:cubicBezTo>
                    <a:lnTo>
                      <a:pt x="190646" y="118764"/>
                    </a:lnTo>
                    <a:cubicBezTo>
                      <a:pt x="190646" y="122238"/>
                      <a:pt x="188913" y="123971"/>
                      <a:pt x="185433" y="123971"/>
                    </a:cubicBezTo>
                    <a:lnTo>
                      <a:pt x="173196" y="123971"/>
                    </a:lnTo>
                    <a:cubicBezTo>
                      <a:pt x="169894" y="123971"/>
                      <a:pt x="168244" y="122238"/>
                      <a:pt x="168244" y="118764"/>
                    </a:cubicBezTo>
                    <a:lnTo>
                      <a:pt x="168244" y="56001"/>
                    </a:lnTo>
                    <a:cubicBezTo>
                      <a:pt x="168244" y="44367"/>
                      <a:pt x="165773" y="35547"/>
                      <a:pt x="160827" y="29566"/>
                    </a:cubicBezTo>
                    <a:cubicBezTo>
                      <a:pt x="155880" y="23571"/>
                      <a:pt x="148889" y="20581"/>
                      <a:pt x="139859" y="20581"/>
                    </a:cubicBezTo>
                    <a:cubicBezTo>
                      <a:pt x="130137" y="20581"/>
                      <a:pt x="122149" y="23876"/>
                      <a:pt x="115894" y="30480"/>
                    </a:cubicBezTo>
                    <a:cubicBezTo>
                      <a:pt x="109646" y="37078"/>
                      <a:pt x="106521" y="45930"/>
                      <a:pt x="106521" y="57042"/>
                    </a:cubicBezTo>
                    <a:lnTo>
                      <a:pt x="106521" y="118764"/>
                    </a:lnTo>
                    <a:cubicBezTo>
                      <a:pt x="106521" y="122238"/>
                      <a:pt x="104782" y="123971"/>
                      <a:pt x="101314" y="123971"/>
                    </a:cubicBezTo>
                    <a:lnTo>
                      <a:pt x="89326" y="123971"/>
                    </a:lnTo>
                    <a:cubicBezTo>
                      <a:pt x="85852" y="123971"/>
                      <a:pt x="84119" y="122238"/>
                      <a:pt x="84119" y="118764"/>
                    </a:cubicBezTo>
                    <a:lnTo>
                      <a:pt x="84119" y="56001"/>
                    </a:lnTo>
                    <a:cubicBezTo>
                      <a:pt x="84119" y="44367"/>
                      <a:pt x="81604" y="35547"/>
                      <a:pt x="76569" y="29566"/>
                    </a:cubicBezTo>
                    <a:cubicBezTo>
                      <a:pt x="71527" y="23571"/>
                      <a:pt x="64593" y="20581"/>
                      <a:pt x="55734" y="20581"/>
                    </a:cubicBezTo>
                    <a:cubicBezTo>
                      <a:pt x="46006" y="20581"/>
                      <a:pt x="38017" y="23927"/>
                      <a:pt x="31776" y="30601"/>
                    </a:cubicBezTo>
                    <a:cubicBezTo>
                      <a:pt x="25521" y="37294"/>
                      <a:pt x="22397" y="46101"/>
                      <a:pt x="22397" y="57042"/>
                    </a:cubicBezTo>
                    <a:lnTo>
                      <a:pt x="22397" y="118764"/>
                    </a:lnTo>
                    <a:cubicBezTo>
                      <a:pt x="22397" y="122238"/>
                      <a:pt x="20657" y="123971"/>
                      <a:pt x="17183" y="123971"/>
                    </a:cubicBezTo>
                    <a:lnTo>
                      <a:pt x="5201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lnTo>
                      <a:pt x="0" y="7811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0774020A-14C3-C444-10F4-654D96034398}"/>
                  </a:ext>
                </a:extLst>
              </p:cNvPr>
              <p:cNvSpPr/>
              <p:nvPr/>
            </p:nvSpPr>
            <p:spPr>
              <a:xfrm>
                <a:off x="4309966" y="3553841"/>
                <a:ext cx="123450" cy="126581"/>
              </a:xfrm>
              <a:custGeom>
                <a:avLst/>
                <a:gdLst>
                  <a:gd name="connsiteX0" fmla="*/ 0 w 123450"/>
                  <a:gd name="connsiteY0" fmla="*/ 63284 h 126581"/>
                  <a:gd name="connsiteX1" fmla="*/ 17316 w 123450"/>
                  <a:gd name="connsiteY1" fmla="*/ 17710 h 126581"/>
                  <a:gd name="connsiteX2" fmla="*/ 62516 w 123450"/>
                  <a:gd name="connsiteY2" fmla="*/ 0 h 126581"/>
                  <a:gd name="connsiteX3" fmla="*/ 106655 w 123450"/>
                  <a:gd name="connsiteY3" fmla="*/ 17190 h 126581"/>
                  <a:gd name="connsiteX4" fmla="*/ 123451 w 123450"/>
                  <a:gd name="connsiteY4" fmla="*/ 62510 h 126581"/>
                  <a:gd name="connsiteX5" fmla="*/ 123451 w 123450"/>
                  <a:gd name="connsiteY5" fmla="*/ 64853 h 126581"/>
                  <a:gd name="connsiteX6" fmla="*/ 117469 w 123450"/>
                  <a:gd name="connsiteY6" fmla="*/ 70847 h 126581"/>
                  <a:gd name="connsiteX7" fmla="*/ 22397 w 123450"/>
                  <a:gd name="connsiteY7" fmla="*/ 70847 h 126581"/>
                  <a:gd name="connsiteX8" fmla="*/ 35039 w 123450"/>
                  <a:gd name="connsiteY8" fmla="*/ 98190 h 126581"/>
                  <a:gd name="connsiteX9" fmla="*/ 63551 w 123450"/>
                  <a:gd name="connsiteY9" fmla="*/ 107569 h 126581"/>
                  <a:gd name="connsiteX10" fmla="*/ 85039 w 123450"/>
                  <a:gd name="connsiteY10" fmla="*/ 103143 h 126581"/>
                  <a:gd name="connsiteX11" fmla="*/ 97930 w 123450"/>
                  <a:gd name="connsiteY11" fmla="*/ 91415 h 126581"/>
                  <a:gd name="connsiteX12" fmla="*/ 103924 w 123450"/>
                  <a:gd name="connsiteY12" fmla="*/ 87249 h 126581"/>
                  <a:gd name="connsiteX13" fmla="*/ 115119 w 123450"/>
                  <a:gd name="connsiteY13" fmla="*/ 87249 h 126581"/>
                  <a:gd name="connsiteX14" fmla="*/ 119158 w 123450"/>
                  <a:gd name="connsiteY14" fmla="*/ 88297 h 126581"/>
                  <a:gd name="connsiteX15" fmla="*/ 120333 w 123450"/>
                  <a:gd name="connsiteY15" fmla="*/ 90894 h 126581"/>
                  <a:gd name="connsiteX16" fmla="*/ 120333 w 123450"/>
                  <a:gd name="connsiteY16" fmla="*/ 91415 h 126581"/>
                  <a:gd name="connsiteX17" fmla="*/ 100019 w 123450"/>
                  <a:gd name="connsiteY17" fmla="*/ 116815 h 126581"/>
                  <a:gd name="connsiteX18" fmla="*/ 63297 w 123450"/>
                  <a:gd name="connsiteY18" fmla="*/ 126581 h 126581"/>
                  <a:gd name="connsiteX19" fmla="*/ 17316 w 123450"/>
                  <a:gd name="connsiteY19" fmla="*/ 109125 h 126581"/>
                  <a:gd name="connsiteX20" fmla="*/ 0 w 123450"/>
                  <a:gd name="connsiteY20" fmla="*/ 63284 h 126581"/>
                  <a:gd name="connsiteX21" fmla="*/ 22923 w 123450"/>
                  <a:gd name="connsiteY21" fmla="*/ 53397 h 126581"/>
                  <a:gd name="connsiteX22" fmla="*/ 100533 w 123450"/>
                  <a:gd name="connsiteY22" fmla="*/ 53397 h 126581"/>
                  <a:gd name="connsiteX23" fmla="*/ 88297 w 123450"/>
                  <a:gd name="connsiteY23" fmla="*/ 27610 h 126581"/>
                  <a:gd name="connsiteX24" fmla="*/ 62256 w 123450"/>
                  <a:gd name="connsiteY24" fmla="*/ 18752 h 126581"/>
                  <a:gd name="connsiteX25" fmla="*/ 35427 w 123450"/>
                  <a:gd name="connsiteY25" fmla="*/ 27610 h 126581"/>
                  <a:gd name="connsiteX26" fmla="*/ 22923 w 123450"/>
                  <a:gd name="connsiteY26" fmla="*/ 53397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23450" h="126581">
                    <a:moveTo>
                      <a:pt x="0" y="63284"/>
                    </a:moveTo>
                    <a:cubicBezTo>
                      <a:pt x="0" y="44710"/>
                      <a:pt x="5772" y="29515"/>
                      <a:pt x="17316" y="17710"/>
                    </a:cubicBezTo>
                    <a:cubicBezTo>
                      <a:pt x="28867" y="5906"/>
                      <a:pt x="43929" y="0"/>
                      <a:pt x="62516" y="0"/>
                    </a:cubicBezTo>
                    <a:cubicBezTo>
                      <a:pt x="80747" y="0"/>
                      <a:pt x="95460" y="5734"/>
                      <a:pt x="106655" y="17190"/>
                    </a:cubicBezTo>
                    <a:cubicBezTo>
                      <a:pt x="117863" y="28651"/>
                      <a:pt x="123451" y="43758"/>
                      <a:pt x="123451" y="62510"/>
                    </a:cubicBezTo>
                    <a:lnTo>
                      <a:pt x="123451" y="64853"/>
                    </a:lnTo>
                    <a:cubicBezTo>
                      <a:pt x="123451" y="68853"/>
                      <a:pt x="121457" y="70847"/>
                      <a:pt x="117469" y="70847"/>
                    </a:cubicBezTo>
                    <a:lnTo>
                      <a:pt x="22397" y="70847"/>
                    </a:lnTo>
                    <a:cubicBezTo>
                      <a:pt x="23609" y="82823"/>
                      <a:pt x="27826" y="91935"/>
                      <a:pt x="35039" y="98190"/>
                    </a:cubicBezTo>
                    <a:cubicBezTo>
                      <a:pt x="42234" y="104439"/>
                      <a:pt x="51740" y="107569"/>
                      <a:pt x="63551" y="107569"/>
                    </a:cubicBezTo>
                    <a:cubicBezTo>
                      <a:pt x="71889" y="107569"/>
                      <a:pt x="79051" y="106096"/>
                      <a:pt x="85039" y="103143"/>
                    </a:cubicBezTo>
                    <a:cubicBezTo>
                      <a:pt x="91034" y="100184"/>
                      <a:pt x="95333" y="96279"/>
                      <a:pt x="97930" y="91415"/>
                    </a:cubicBezTo>
                    <a:cubicBezTo>
                      <a:pt x="99143" y="88646"/>
                      <a:pt x="101143" y="87249"/>
                      <a:pt x="103924" y="87249"/>
                    </a:cubicBezTo>
                    <a:lnTo>
                      <a:pt x="115119" y="87249"/>
                    </a:lnTo>
                    <a:cubicBezTo>
                      <a:pt x="117030" y="87249"/>
                      <a:pt x="118383" y="87605"/>
                      <a:pt x="119158" y="88297"/>
                    </a:cubicBezTo>
                    <a:cubicBezTo>
                      <a:pt x="119939" y="88989"/>
                      <a:pt x="120333" y="89859"/>
                      <a:pt x="120333" y="90894"/>
                    </a:cubicBezTo>
                    <a:lnTo>
                      <a:pt x="120333" y="91415"/>
                    </a:lnTo>
                    <a:cubicBezTo>
                      <a:pt x="116853" y="101835"/>
                      <a:pt x="110084" y="110300"/>
                      <a:pt x="100019" y="116815"/>
                    </a:cubicBezTo>
                    <a:cubicBezTo>
                      <a:pt x="89948" y="123324"/>
                      <a:pt x="77705" y="126581"/>
                      <a:pt x="63297" y="126581"/>
                    </a:cubicBezTo>
                    <a:cubicBezTo>
                      <a:pt x="44190" y="126581"/>
                      <a:pt x="28867" y="120764"/>
                      <a:pt x="17316" y="109125"/>
                    </a:cubicBezTo>
                    <a:cubicBezTo>
                      <a:pt x="5772" y="97505"/>
                      <a:pt x="0" y="82214"/>
                      <a:pt x="0" y="63284"/>
                    </a:cubicBezTo>
                    <a:close/>
                    <a:moveTo>
                      <a:pt x="22923" y="53397"/>
                    </a:moveTo>
                    <a:lnTo>
                      <a:pt x="100533" y="53397"/>
                    </a:lnTo>
                    <a:cubicBezTo>
                      <a:pt x="98978" y="42107"/>
                      <a:pt x="94895" y="33515"/>
                      <a:pt x="88297" y="27610"/>
                    </a:cubicBezTo>
                    <a:cubicBezTo>
                      <a:pt x="81699" y="21704"/>
                      <a:pt x="73019" y="18752"/>
                      <a:pt x="62256" y="18752"/>
                    </a:cubicBezTo>
                    <a:cubicBezTo>
                      <a:pt x="51137" y="18752"/>
                      <a:pt x="42196" y="21704"/>
                      <a:pt x="35427" y="27610"/>
                    </a:cubicBezTo>
                    <a:cubicBezTo>
                      <a:pt x="28651" y="33515"/>
                      <a:pt x="24486" y="42107"/>
                      <a:pt x="22923" y="5339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63B7C390-5439-E3F4-3D43-C2578453795A}"/>
                  </a:ext>
                </a:extLst>
              </p:cNvPr>
              <p:cNvSpPr/>
              <p:nvPr/>
            </p:nvSpPr>
            <p:spPr>
              <a:xfrm>
                <a:off x="4458690" y="3495504"/>
                <a:ext cx="126320" cy="184918"/>
              </a:xfrm>
              <a:custGeom>
                <a:avLst/>
                <a:gdLst>
                  <a:gd name="connsiteX0" fmla="*/ 17704 w 126320"/>
                  <a:gd name="connsiteY0" fmla="*/ 76568 h 184918"/>
                  <a:gd name="connsiteX1" fmla="*/ 60420 w 126320"/>
                  <a:gd name="connsiteY1" fmla="*/ 58337 h 184918"/>
                  <a:gd name="connsiteX2" fmla="*/ 86080 w 126320"/>
                  <a:gd name="connsiteY2" fmla="*/ 64332 h 184918"/>
                  <a:gd name="connsiteX3" fmla="*/ 103137 w 126320"/>
                  <a:gd name="connsiteY3" fmla="*/ 80473 h 184918"/>
                  <a:gd name="connsiteX4" fmla="*/ 103924 w 126320"/>
                  <a:gd name="connsiteY4" fmla="*/ 80473 h 184918"/>
                  <a:gd name="connsiteX5" fmla="*/ 103924 w 126320"/>
                  <a:gd name="connsiteY5" fmla="*/ 5207 h 184918"/>
                  <a:gd name="connsiteX6" fmla="*/ 109131 w 126320"/>
                  <a:gd name="connsiteY6" fmla="*/ 0 h 184918"/>
                  <a:gd name="connsiteX7" fmla="*/ 121367 w 126320"/>
                  <a:gd name="connsiteY7" fmla="*/ 0 h 184918"/>
                  <a:gd name="connsiteX8" fmla="*/ 126321 w 126320"/>
                  <a:gd name="connsiteY8" fmla="*/ 5207 h 184918"/>
                  <a:gd name="connsiteX9" fmla="*/ 126321 w 126320"/>
                  <a:gd name="connsiteY9" fmla="*/ 177101 h 184918"/>
                  <a:gd name="connsiteX10" fmla="*/ 121367 w 126320"/>
                  <a:gd name="connsiteY10" fmla="*/ 182308 h 184918"/>
                  <a:gd name="connsiteX11" fmla="*/ 109391 w 126320"/>
                  <a:gd name="connsiteY11" fmla="*/ 182308 h 184918"/>
                  <a:gd name="connsiteX12" fmla="*/ 104184 w 126320"/>
                  <a:gd name="connsiteY12" fmla="*/ 177101 h 184918"/>
                  <a:gd name="connsiteX13" fmla="*/ 104184 w 126320"/>
                  <a:gd name="connsiteY13" fmla="*/ 162776 h 184918"/>
                  <a:gd name="connsiteX14" fmla="*/ 103657 w 126320"/>
                  <a:gd name="connsiteY14" fmla="*/ 162776 h 184918"/>
                  <a:gd name="connsiteX15" fmla="*/ 86728 w 126320"/>
                  <a:gd name="connsiteY15" fmla="*/ 179057 h 184918"/>
                  <a:gd name="connsiteX16" fmla="*/ 60680 w 126320"/>
                  <a:gd name="connsiteY16" fmla="*/ 184918 h 184918"/>
                  <a:gd name="connsiteX17" fmla="*/ 17577 w 126320"/>
                  <a:gd name="connsiteY17" fmla="*/ 166688 h 184918"/>
                  <a:gd name="connsiteX18" fmla="*/ 0 w 126320"/>
                  <a:gd name="connsiteY18" fmla="*/ 121621 h 184918"/>
                  <a:gd name="connsiteX19" fmla="*/ 17704 w 126320"/>
                  <a:gd name="connsiteY19" fmla="*/ 76568 h 184918"/>
                  <a:gd name="connsiteX20" fmla="*/ 22917 w 126320"/>
                  <a:gd name="connsiteY20" fmla="*/ 121621 h 184918"/>
                  <a:gd name="connsiteX21" fmla="*/ 34379 w 126320"/>
                  <a:gd name="connsiteY21" fmla="*/ 152622 h 184918"/>
                  <a:gd name="connsiteX22" fmla="*/ 63805 w 126320"/>
                  <a:gd name="connsiteY22" fmla="*/ 164865 h 184918"/>
                  <a:gd name="connsiteX23" fmla="*/ 93244 w 126320"/>
                  <a:gd name="connsiteY23" fmla="*/ 152622 h 184918"/>
                  <a:gd name="connsiteX24" fmla="*/ 104445 w 126320"/>
                  <a:gd name="connsiteY24" fmla="*/ 121621 h 184918"/>
                  <a:gd name="connsiteX25" fmla="*/ 93110 w 126320"/>
                  <a:gd name="connsiteY25" fmla="*/ 90894 h 184918"/>
                  <a:gd name="connsiteX26" fmla="*/ 63805 w 126320"/>
                  <a:gd name="connsiteY26" fmla="*/ 78657 h 184918"/>
                  <a:gd name="connsiteX27" fmla="*/ 34252 w 126320"/>
                  <a:gd name="connsiteY27" fmla="*/ 90894 h 184918"/>
                  <a:gd name="connsiteX28" fmla="*/ 22917 w 126320"/>
                  <a:gd name="connsiteY28" fmla="*/ 121621 h 18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26320" h="184918">
                    <a:moveTo>
                      <a:pt x="17704" y="76568"/>
                    </a:moveTo>
                    <a:cubicBezTo>
                      <a:pt x="29337" y="64414"/>
                      <a:pt x="43580" y="58337"/>
                      <a:pt x="60420" y="58337"/>
                    </a:cubicBezTo>
                    <a:cubicBezTo>
                      <a:pt x="69621" y="58337"/>
                      <a:pt x="78181" y="60337"/>
                      <a:pt x="86080" y="64332"/>
                    </a:cubicBezTo>
                    <a:cubicBezTo>
                      <a:pt x="93980" y="68326"/>
                      <a:pt x="99663" y="73704"/>
                      <a:pt x="103137" y="80473"/>
                    </a:cubicBezTo>
                    <a:lnTo>
                      <a:pt x="103924" y="80473"/>
                    </a:lnTo>
                    <a:lnTo>
                      <a:pt x="103924" y="5207"/>
                    </a:lnTo>
                    <a:cubicBezTo>
                      <a:pt x="103924" y="1733"/>
                      <a:pt x="105658" y="0"/>
                      <a:pt x="109131" y="0"/>
                    </a:cubicBezTo>
                    <a:lnTo>
                      <a:pt x="121367" y="0"/>
                    </a:lnTo>
                    <a:cubicBezTo>
                      <a:pt x="124670" y="0"/>
                      <a:pt x="126321" y="1733"/>
                      <a:pt x="126321" y="5207"/>
                    </a:cubicBezTo>
                    <a:lnTo>
                      <a:pt x="126321" y="177101"/>
                    </a:lnTo>
                    <a:cubicBezTo>
                      <a:pt x="126321" y="180575"/>
                      <a:pt x="124670" y="182308"/>
                      <a:pt x="121367" y="182308"/>
                    </a:cubicBezTo>
                    <a:lnTo>
                      <a:pt x="109391" y="182308"/>
                    </a:lnTo>
                    <a:cubicBezTo>
                      <a:pt x="105918" y="182308"/>
                      <a:pt x="104184" y="180575"/>
                      <a:pt x="104184" y="177101"/>
                    </a:cubicBezTo>
                    <a:lnTo>
                      <a:pt x="104184" y="162776"/>
                    </a:lnTo>
                    <a:lnTo>
                      <a:pt x="103657" y="162776"/>
                    </a:lnTo>
                    <a:cubicBezTo>
                      <a:pt x="100184" y="169729"/>
                      <a:pt x="94545" y="175152"/>
                      <a:pt x="86728" y="179057"/>
                    </a:cubicBezTo>
                    <a:cubicBezTo>
                      <a:pt x="78911" y="182963"/>
                      <a:pt x="70231" y="184918"/>
                      <a:pt x="60680" y="184918"/>
                    </a:cubicBezTo>
                    <a:cubicBezTo>
                      <a:pt x="43662" y="184918"/>
                      <a:pt x="29299" y="178841"/>
                      <a:pt x="17577" y="166688"/>
                    </a:cubicBezTo>
                    <a:cubicBezTo>
                      <a:pt x="5861" y="154534"/>
                      <a:pt x="0" y="139509"/>
                      <a:pt x="0" y="121621"/>
                    </a:cubicBezTo>
                    <a:cubicBezTo>
                      <a:pt x="0" y="103918"/>
                      <a:pt x="5899" y="88900"/>
                      <a:pt x="17704" y="76568"/>
                    </a:cubicBezTo>
                    <a:close/>
                    <a:moveTo>
                      <a:pt x="22917" y="121621"/>
                    </a:moveTo>
                    <a:cubicBezTo>
                      <a:pt x="22917" y="134131"/>
                      <a:pt x="26740" y="144463"/>
                      <a:pt x="34379" y="152622"/>
                    </a:cubicBezTo>
                    <a:cubicBezTo>
                      <a:pt x="41840" y="160788"/>
                      <a:pt x="51651" y="164865"/>
                      <a:pt x="63805" y="164865"/>
                    </a:cubicBezTo>
                    <a:cubicBezTo>
                      <a:pt x="75959" y="164865"/>
                      <a:pt x="85776" y="160788"/>
                      <a:pt x="93244" y="152622"/>
                    </a:cubicBezTo>
                    <a:cubicBezTo>
                      <a:pt x="100705" y="144463"/>
                      <a:pt x="104445" y="134131"/>
                      <a:pt x="104445" y="121621"/>
                    </a:cubicBezTo>
                    <a:cubicBezTo>
                      <a:pt x="104445" y="109302"/>
                      <a:pt x="100660" y="99060"/>
                      <a:pt x="93110" y="90894"/>
                    </a:cubicBezTo>
                    <a:cubicBezTo>
                      <a:pt x="85560" y="82740"/>
                      <a:pt x="75793" y="78657"/>
                      <a:pt x="63805" y="78657"/>
                    </a:cubicBezTo>
                    <a:cubicBezTo>
                      <a:pt x="51651" y="78657"/>
                      <a:pt x="41802" y="82740"/>
                      <a:pt x="34252" y="90894"/>
                    </a:cubicBezTo>
                    <a:cubicBezTo>
                      <a:pt x="26689" y="99060"/>
                      <a:pt x="22917" y="109302"/>
                      <a:pt x="22917" y="121621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33DC7E3-C5D4-2437-5ECA-8C68AB7C8E93}"/>
                </a:ext>
              </a:extLst>
            </p:cNvPr>
            <p:cNvSpPr/>
            <p:nvPr/>
          </p:nvSpPr>
          <p:spPr>
            <a:xfrm>
              <a:off x="3925879" y="2760731"/>
              <a:ext cx="156936" cy="156936"/>
            </a:xfrm>
            <a:custGeom>
              <a:avLst/>
              <a:gdLst>
                <a:gd name="connsiteX0" fmla="*/ 156936 w 156936"/>
                <a:gd name="connsiteY0" fmla="*/ 78468 h 156936"/>
                <a:gd name="connsiteX1" fmla="*/ 78468 w 156936"/>
                <a:gd name="connsiteY1" fmla="*/ 156937 h 156936"/>
                <a:gd name="connsiteX2" fmla="*/ 0 w 156936"/>
                <a:gd name="connsiteY2" fmla="*/ 78468 h 156936"/>
                <a:gd name="connsiteX3" fmla="*/ 78468 w 156936"/>
                <a:gd name="connsiteY3" fmla="*/ 0 h 156936"/>
                <a:gd name="connsiteX4" fmla="*/ 156936 w 156936"/>
                <a:gd name="connsiteY4" fmla="*/ 78468 h 15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936" h="156936">
                  <a:moveTo>
                    <a:pt x="156936" y="78468"/>
                  </a:moveTo>
                  <a:cubicBezTo>
                    <a:pt x="156936" y="121805"/>
                    <a:pt x="121805" y="156937"/>
                    <a:pt x="78468" y="156937"/>
                  </a:cubicBezTo>
                  <a:cubicBezTo>
                    <a:pt x="35131" y="156937"/>
                    <a:pt x="0" y="121805"/>
                    <a:pt x="0" y="78468"/>
                  </a:cubicBezTo>
                  <a:cubicBezTo>
                    <a:pt x="0" y="35131"/>
                    <a:pt x="35132" y="0"/>
                    <a:pt x="78468" y="0"/>
                  </a:cubicBezTo>
                  <a:cubicBezTo>
                    <a:pt x="121805" y="0"/>
                    <a:pt x="156936" y="35131"/>
                    <a:pt x="156936" y="78468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8B8058F-B615-EAFC-E44B-AC1819EF5471}"/>
                </a:ext>
              </a:extLst>
            </p:cNvPr>
            <p:cNvSpPr/>
            <p:nvPr/>
          </p:nvSpPr>
          <p:spPr>
            <a:xfrm>
              <a:off x="2962274" y="2962777"/>
              <a:ext cx="462337" cy="455060"/>
            </a:xfrm>
            <a:custGeom>
              <a:avLst/>
              <a:gdLst>
                <a:gd name="connsiteX0" fmla="*/ 445948 w 462337"/>
                <a:gd name="connsiteY0" fmla="*/ 10922 h 455060"/>
                <a:gd name="connsiteX1" fmla="*/ 365874 w 462337"/>
                <a:gd name="connsiteY1" fmla="*/ 10922 h 455060"/>
                <a:gd name="connsiteX2" fmla="*/ 349485 w 462337"/>
                <a:gd name="connsiteY2" fmla="*/ 27305 h 455060"/>
                <a:gd name="connsiteX3" fmla="*/ 349485 w 462337"/>
                <a:gd name="connsiteY3" fmla="*/ 35490 h 455060"/>
                <a:gd name="connsiteX4" fmla="*/ 227527 w 462337"/>
                <a:gd name="connsiteY4" fmla="*/ 0 h 455060"/>
                <a:gd name="connsiteX5" fmla="*/ 0 w 462337"/>
                <a:gd name="connsiteY5" fmla="*/ 227527 h 455060"/>
                <a:gd name="connsiteX6" fmla="*/ 227527 w 462337"/>
                <a:gd name="connsiteY6" fmla="*/ 455060 h 455060"/>
                <a:gd name="connsiteX7" fmla="*/ 349485 w 462337"/>
                <a:gd name="connsiteY7" fmla="*/ 419570 h 455060"/>
                <a:gd name="connsiteX8" fmla="*/ 349485 w 462337"/>
                <a:gd name="connsiteY8" fmla="*/ 427755 h 455060"/>
                <a:gd name="connsiteX9" fmla="*/ 365874 w 462337"/>
                <a:gd name="connsiteY9" fmla="*/ 444138 h 455060"/>
                <a:gd name="connsiteX10" fmla="*/ 445948 w 462337"/>
                <a:gd name="connsiteY10" fmla="*/ 444138 h 455060"/>
                <a:gd name="connsiteX11" fmla="*/ 462337 w 462337"/>
                <a:gd name="connsiteY11" fmla="*/ 427755 h 455060"/>
                <a:gd name="connsiteX12" fmla="*/ 462337 w 462337"/>
                <a:gd name="connsiteY12" fmla="*/ 27305 h 455060"/>
                <a:gd name="connsiteX13" fmla="*/ 445948 w 462337"/>
                <a:gd name="connsiteY13" fmla="*/ 10922 h 455060"/>
                <a:gd name="connsiteX14" fmla="*/ 227527 w 462337"/>
                <a:gd name="connsiteY14" fmla="*/ 352431 h 455060"/>
                <a:gd name="connsiteX15" fmla="*/ 102622 w 462337"/>
                <a:gd name="connsiteY15" fmla="*/ 227527 h 455060"/>
                <a:gd name="connsiteX16" fmla="*/ 227527 w 462337"/>
                <a:gd name="connsiteY16" fmla="*/ 102629 h 455060"/>
                <a:gd name="connsiteX17" fmla="*/ 349485 w 462337"/>
                <a:gd name="connsiteY17" fmla="*/ 200781 h 455060"/>
                <a:gd name="connsiteX18" fmla="*/ 352425 w 462337"/>
                <a:gd name="connsiteY18" fmla="*/ 227527 h 455060"/>
                <a:gd name="connsiteX19" fmla="*/ 349485 w 462337"/>
                <a:gd name="connsiteY19" fmla="*/ 254279 h 455060"/>
                <a:gd name="connsiteX20" fmla="*/ 227527 w 462337"/>
                <a:gd name="connsiteY20" fmla="*/ 352431 h 45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37" h="455060">
                  <a:moveTo>
                    <a:pt x="445948" y="10922"/>
                  </a:moveTo>
                  <a:lnTo>
                    <a:pt x="365874" y="10922"/>
                  </a:lnTo>
                  <a:cubicBezTo>
                    <a:pt x="354946" y="10922"/>
                    <a:pt x="349485" y="16383"/>
                    <a:pt x="349485" y="27305"/>
                  </a:cubicBezTo>
                  <a:lnTo>
                    <a:pt x="349485" y="35490"/>
                  </a:lnTo>
                  <a:cubicBezTo>
                    <a:pt x="314223" y="13056"/>
                    <a:pt x="272415" y="0"/>
                    <a:pt x="227527" y="0"/>
                  </a:cubicBezTo>
                  <a:cubicBezTo>
                    <a:pt x="101867" y="0"/>
                    <a:pt x="0" y="101867"/>
                    <a:pt x="0" y="227527"/>
                  </a:cubicBezTo>
                  <a:cubicBezTo>
                    <a:pt x="0" y="353187"/>
                    <a:pt x="101867" y="455060"/>
                    <a:pt x="227527" y="455060"/>
                  </a:cubicBezTo>
                  <a:cubicBezTo>
                    <a:pt x="272415" y="455060"/>
                    <a:pt x="314223" y="442004"/>
                    <a:pt x="349485" y="419570"/>
                  </a:cubicBezTo>
                  <a:lnTo>
                    <a:pt x="349485" y="427755"/>
                  </a:lnTo>
                  <a:cubicBezTo>
                    <a:pt x="349485" y="438677"/>
                    <a:pt x="354946" y="444138"/>
                    <a:pt x="365874" y="444138"/>
                  </a:cubicBezTo>
                  <a:lnTo>
                    <a:pt x="445948" y="444138"/>
                  </a:lnTo>
                  <a:cubicBezTo>
                    <a:pt x="456876" y="444138"/>
                    <a:pt x="462337" y="438677"/>
                    <a:pt x="462337" y="427755"/>
                  </a:cubicBezTo>
                  <a:lnTo>
                    <a:pt x="462337" y="27305"/>
                  </a:lnTo>
                  <a:cubicBezTo>
                    <a:pt x="462337" y="16383"/>
                    <a:pt x="456876" y="10922"/>
                    <a:pt x="445948" y="10922"/>
                  </a:cubicBezTo>
                  <a:close/>
                  <a:moveTo>
                    <a:pt x="227527" y="352431"/>
                  </a:moveTo>
                  <a:cubicBezTo>
                    <a:pt x="158547" y="352431"/>
                    <a:pt x="102622" y="296513"/>
                    <a:pt x="102622" y="227527"/>
                  </a:cubicBezTo>
                  <a:cubicBezTo>
                    <a:pt x="102622" y="158547"/>
                    <a:pt x="158547" y="102629"/>
                    <a:pt x="227527" y="102629"/>
                  </a:cubicBezTo>
                  <a:cubicBezTo>
                    <a:pt x="287319" y="102629"/>
                    <a:pt x="337229" y="144666"/>
                    <a:pt x="349485" y="200781"/>
                  </a:cubicBezTo>
                  <a:cubicBezTo>
                    <a:pt x="351365" y="209404"/>
                    <a:pt x="352425" y="218338"/>
                    <a:pt x="352425" y="227527"/>
                  </a:cubicBezTo>
                  <a:cubicBezTo>
                    <a:pt x="352425" y="236722"/>
                    <a:pt x="351365" y="245650"/>
                    <a:pt x="349485" y="254279"/>
                  </a:cubicBezTo>
                  <a:cubicBezTo>
                    <a:pt x="337229" y="310394"/>
                    <a:pt x="287319" y="352431"/>
                    <a:pt x="227527" y="352431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3C84E47-6A3A-3E10-4823-1B6E87146FD5}"/>
                </a:ext>
              </a:extLst>
            </p:cNvPr>
            <p:cNvSpPr/>
            <p:nvPr/>
          </p:nvSpPr>
          <p:spPr>
            <a:xfrm>
              <a:off x="1582393" y="2970790"/>
              <a:ext cx="505675" cy="505123"/>
            </a:xfrm>
            <a:custGeom>
              <a:avLst/>
              <a:gdLst>
                <a:gd name="connsiteX0" fmla="*/ 418592 w 505675"/>
                <a:gd name="connsiteY0" fmla="*/ 0 h 505123"/>
                <a:gd name="connsiteX1" fmla="*/ 419106 w 505675"/>
                <a:gd name="connsiteY1" fmla="*/ 94767 h 505123"/>
                <a:gd name="connsiteX2" fmla="*/ 324294 w 505675"/>
                <a:gd name="connsiteY2" fmla="*/ 94247 h 505123"/>
                <a:gd name="connsiteX3" fmla="*/ 324257 w 505675"/>
                <a:gd name="connsiteY3" fmla="*/ 94266 h 505123"/>
                <a:gd name="connsiteX4" fmla="*/ 324809 w 505675"/>
                <a:gd name="connsiteY4" fmla="*/ 94761 h 505123"/>
                <a:gd name="connsiteX5" fmla="*/ 324809 w 505675"/>
                <a:gd name="connsiteY5" fmla="*/ 324257 h 505123"/>
                <a:gd name="connsiteX6" fmla="*/ 95313 w 505675"/>
                <a:gd name="connsiteY6" fmla="*/ 324257 h 505123"/>
                <a:gd name="connsiteX7" fmla="*/ 94812 w 505675"/>
                <a:gd name="connsiteY7" fmla="*/ 323704 h 505123"/>
                <a:gd name="connsiteX8" fmla="*/ 94780 w 505675"/>
                <a:gd name="connsiteY8" fmla="*/ 323736 h 505123"/>
                <a:gd name="connsiteX9" fmla="*/ 0 w 505675"/>
                <a:gd name="connsiteY9" fmla="*/ 323221 h 505123"/>
                <a:gd name="connsiteX10" fmla="*/ 521 w 505675"/>
                <a:gd name="connsiteY10" fmla="*/ 418002 h 505123"/>
                <a:gd name="connsiteX11" fmla="*/ 521 w 505675"/>
                <a:gd name="connsiteY11" fmla="*/ 418027 h 505123"/>
                <a:gd name="connsiteX12" fmla="*/ 527 w 505675"/>
                <a:gd name="connsiteY12" fmla="*/ 418014 h 505123"/>
                <a:gd name="connsiteX13" fmla="*/ 1035 w 505675"/>
                <a:gd name="connsiteY13" fmla="*/ 418541 h 505123"/>
                <a:gd name="connsiteX14" fmla="*/ 419094 w 505675"/>
                <a:gd name="connsiteY14" fmla="*/ 418541 h 505123"/>
                <a:gd name="connsiteX15" fmla="*/ 419094 w 505675"/>
                <a:gd name="connsiteY15" fmla="*/ 476 h 505123"/>
                <a:gd name="connsiteX16" fmla="*/ 418592 w 505675"/>
                <a:gd name="connsiteY16" fmla="*/ 0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675" h="505123">
                  <a:moveTo>
                    <a:pt x="418592" y="0"/>
                  </a:moveTo>
                  <a:lnTo>
                    <a:pt x="419106" y="94767"/>
                  </a:lnTo>
                  <a:lnTo>
                    <a:pt x="324294" y="94247"/>
                  </a:lnTo>
                  <a:lnTo>
                    <a:pt x="324257" y="94266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61436" y="387630"/>
                    <a:pt x="158693" y="387630"/>
                    <a:pt x="95313" y="324257"/>
                  </a:cubicBezTo>
                  <a:cubicBezTo>
                    <a:pt x="95136" y="324079"/>
                    <a:pt x="94990" y="323882"/>
                    <a:pt x="94812" y="323704"/>
                  </a:cubicBezTo>
                  <a:lnTo>
                    <a:pt x="94780" y="323736"/>
                  </a:lnTo>
                  <a:lnTo>
                    <a:pt x="0" y="323221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57" y="418370"/>
                    <a:pt x="1035" y="418541"/>
                  </a:cubicBezTo>
                  <a:cubicBezTo>
                    <a:pt x="116478" y="533984"/>
                    <a:pt x="303651" y="533984"/>
                    <a:pt x="419094" y="418541"/>
                  </a:cubicBezTo>
                  <a:cubicBezTo>
                    <a:pt x="534537" y="303092"/>
                    <a:pt x="534537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4EFA938-4DD8-815A-3507-8A38D2BC3401}"/>
                </a:ext>
              </a:extLst>
            </p:cNvPr>
            <p:cNvSpPr/>
            <p:nvPr/>
          </p:nvSpPr>
          <p:spPr>
            <a:xfrm>
              <a:off x="1582393" y="2970790"/>
              <a:ext cx="505680" cy="505123"/>
            </a:xfrm>
            <a:custGeom>
              <a:avLst/>
              <a:gdLst>
                <a:gd name="connsiteX0" fmla="*/ 324257 w 505680"/>
                <a:gd name="connsiteY0" fmla="*/ 94259 h 505123"/>
                <a:gd name="connsiteX1" fmla="*/ 324257 w 505680"/>
                <a:gd name="connsiteY1" fmla="*/ 94259 h 505123"/>
                <a:gd name="connsiteX2" fmla="*/ 324809 w 505680"/>
                <a:gd name="connsiteY2" fmla="*/ 94761 h 505123"/>
                <a:gd name="connsiteX3" fmla="*/ 324809 w 505680"/>
                <a:gd name="connsiteY3" fmla="*/ 324257 h 505123"/>
                <a:gd name="connsiteX4" fmla="*/ 210064 w 505680"/>
                <a:gd name="connsiteY4" fmla="*/ 371786 h 505123"/>
                <a:gd name="connsiteX5" fmla="*/ 95313 w 505680"/>
                <a:gd name="connsiteY5" fmla="*/ 324257 h 505123"/>
                <a:gd name="connsiteX6" fmla="*/ 94818 w 505680"/>
                <a:gd name="connsiteY6" fmla="*/ 323704 h 505123"/>
                <a:gd name="connsiteX7" fmla="*/ 94780 w 505680"/>
                <a:gd name="connsiteY7" fmla="*/ 323736 h 505123"/>
                <a:gd name="connsiteX8" fmla="*/ 94780 w 505680"/>
                <a:gd name="connsiteY8" fmla="*/ 323736 h 505123"/>
                <a:gd name="connsiteX9" fmla="*/ 94742 w 505680"/>
                <a:gd name="connsiteY9" fmla="*/ 323749 h 505123"/>
                <a:gd name="connsiteX10" fmla="*/ 0 w 505680"/>
                <a:gd name="connsiteY10" fmla="*/ 323234 h 505123"/>
                <a:gd name="connsiteX11" fmla="*/ 521 w 505680"/>
                <a:gd name="connsiteY11" fmla="*/ 418002 h 505123"/>
                <a:gd name="connsiteX12" fmla="*/ 521 w 505680"/>
                <a:gd name="connsiteY12" fmla="*/ 418027 h 505123"/>
                <a:gd name="connsiteX13" fmla="*/ 527 w 505680"/>
                <a:gd name="connsiteY13" fmla="*/ 418014 h 505123"/>
                <a:gd name="connsiteX14" fmla="*/ 1035 w 505680"/>
                <a:gd name="connsiteY14" fmla="*/ 418541 h 505123"/>
                <a:gd name="connsiteX15" fmla="*/ 210064 w 505680"/>
                <a:gd name="connsiteY15" fmla="*/ 505124 h 505123"/>
                <a:gd name="connsiteX16" fmla="*/ 419094 w 505680"/>
                <a:gd name="connsiteY16" fmla="*/ 418541 h 505123"/>
                <a:gd name="connsiteX17" fmla="*/ 419094 w 505680"/>
                <a:gd name="connsiteY17" fmla="*/ 476 h 505123"/>
                <a:gd name="connsiteX18" fmla="*/ 418592 w 505680"/>
                <a:gd name="connsiteY18" fmla="*/ 0 h 505123"/>
                <a:gd name="connsiteX19" fmla="*/ 419106 w 505680"/>
                <a:gd name="connsiteY19" fmla="*/ 94767 h 505123"/>
                <a:gd name="connsiteX20" fmla="*/ 419037 w 505680"/>
                <a:gd name="connsiteY20" fmla="*/ 94761 h 505123"/>
                <a:gd name="connsiteX21" fmla="*/ 419037 w 505680"/>
                <a:gd name="connsiteY21" fmla="*/ 94780 h 505123"/>
                <a:gd name="connsiteX22" fmla="*/ 324257 w 505680"/>
                <a:gd name="connsiteY22" fmla="*/ 94259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5680" h="505123">
                  <a:moveTo>
                    <a:pt x="324257" y="94259"/>
                  </a:moveTo>
                  <a:lnTo>
                    <a:pt x="324257" y="94259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93129" y="355943"/>
                    <a:pt x="251593" y="371786"/>
                    <a:pt x="210064" y="371786"/>
                  </a:cubicBezTo>
                  <a:cubicBezTo>
                    <a:pt x="168529" y="371786"/>
                    <a:pt x="127006" y="355943"/>
                    <a:pt x="95313" y="324257"/>
                  </a:cubicBezTo>
                  <a:cubicBezTo>
                    <a:pt x="95142" y="324079"/>
                    <a:pt x="94990" y="323882"/>
                    <a:pt x="94818" y="323704"/>
                  </a:cubicBezTo>
                  <a:lnTo>
                    <a:pt x="94780" y="323736"/>
                  </a:lnTo>
                  <a:lnTo>
                    <a:pt x="94780" y="323736"/>
                  </a:lnTo>
                  <a:lnTo>
                    <a:pt x="94742" y="323749"/>
                  </a:lnTo>
                  <a:lnTo>
                    <a:pt x="0" y="323234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64" y="418370"/>
                    <a:pt x="1035" y="418541"/>
                  </a:cubicBezTo>
                  <a:cubicBezTo>
                    <a:pt x="58757" y="476263"/>
                    <a:pt x="134411" y="505124"/>
                    <a:pt x="210064" y="505124"/>
                  </a:cubicBezTo>
                  <a:cubicBezTo>
                    <a:pt x="285718" y="505124"/>
                    <a:pt x="361372" y="476263"/>
                    <a:pt x="419094" y="418541"/>
                  </a:cubicBezTo>
                  <a:cubicBezTo>
                    <a:pt x="534543" y="303092"/>
                    <a:pt x="534543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lnTo>
                    <a:pt x="419106" y="94767"/>
                  </a:lnTo>
                  <a:lnTo>
                    <a:pt x="419037" y="94761"/>
                  </a:lnTo>
                  <a:lnTo>
                    <a:pt x="419037" y="94780"/>
                  </a:lnTo>
                  <a:lnTo>
                    <a:pt x="324257" y="94259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89FF968-9358-256C-DC26-A124DF4A5274}"/>
                </a:ext>
              </a:extLst>
            </p:cNvPr>
            <p:cNvSpPr/>
            <p:nvPr/>
          </p:nvSpPr>
          <p:spPr>
            <a:xfrm>
              <a:off x="1906650" y="3065037"/>
              <a:ext cx="94780" cy="533"/>
            </a:xfrm>
            <a:custGeom>
              <a:avLst/>
              <a:gdLst>
                <a:gd name="connsiteX0" fmla="*/ 0 w 94780"/>
                <a:gd name="connsiteY0" fmla="*/ 13 h 533"/>
                <a:gd name="connsiteX1" fmla="*/ 0 w 94780"/>
                <a:gd name="connsiteY1" fmla="*/ 13 h 533"/>
                <a:gd name="connsiteX2" fmla="*/ 0 w 94780"/>
                <a:gd name="connsiteY2" fmla="*/ 13 h 533"/>
                <a:gd name="connsiteX3" fmla="*/ 94780 w 94780"/>
                <a:gd name="connsiteY3" fmla="*/ 533 h 533"/>
                <a:gd name="connsiteX4" fmla="*/ 94780 w 94780"/>
                <a:gd name="connsiteY4" fmla="*/ 514 h 533"/>
                <a:gd name="connsiteX5" fmla="*/ 38 w 94780"/>
                <a:gd name="connsiteY5" fmla="*/ 0 h 533"/>
                <a:gd name="connsiteX6" fmla="*/ 0 w 94780"/>
                <a:gd name="connsiteY6" fmla="*/ 13 h 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80" h="533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94780" y="533"/>
                  </a:lnTo>
                  <a:lnTo>
                    <a:pt x="94780" y="514"/>
                  </a:lnTo>
                  <a:lnTo>
                    <a:pt x="38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E90CE70-21E8-62C3-8930-1C1553F9B840}"/>
                </a:ext>
              </a:extLst>
            </p:cNvPr>
            <p:cNvSpPr/>
            <p:nvPr/>
          </p:nvSpPr>
          <p:spPr>
            <a:xfrm rot="-5381242">
              <a:off x="1629762" y="3246900"/>
              <a:ext cx="28" cy="94759"/>
            </a:xfrm>
            <a:custGeom>
              <a:avLst/>
              <a:gdLst>
                <a:gd name="connsiteX0" fmla="*/ 0 w 28"/>
                <a:gd name="connsiteY0" fmla="*/ 0 h 94759"/>
                <a:gd name="connsiteX1" fmla="*/ 29 w 28"/>
                <a:gd name="connsiteY1" fmla="*/ 0 h 94759"/>
                <a:gd name="connsiteX2" fmla="*/ 29 w 28"/>
                <a:gd name="connsiteY2" fmla="*/ 94759 h 94759"/>
                <a:gd name="connsiteX3" fmla="*/ 0 w 28"/>
                <a:gd name="connsiteY3" fmla="*/ 94759 h 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" h="94759">
                  <a:moveTo>
                    <a:pt x="0" y="0"/>
                  </a:moveTo>
                  <a:lnTo>
                    <a:pt x="29" y="0"/>
                  </a:lnTo>
                  <a:lnTo>
                    <a:pt x="29" y="94759"/>
                  </a:lnTo>
                  <a:lnTo>
                    <a:pt x="0" y="94759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CA9FF3E-9067-4FB9-0950-55E09790E694}"/>
                </a:ext>
              </a:extLst>
            </p:cNvPr>
            <p:cNvSpPr/>
            <p:nvPr/>
          </p:nvSpPr>
          <p:spPr>
            <a:xfrm>
              <a:off x="1495832" y="2697093"/>
              <a:ext cx="474869" cy="655796"/>
            </a:xfrm>
            <a:custGeom>
              <a:avLst/>
              <a:gdLst>
                <a:gd name="connsiteX0" fmla="*/ 474527 w 474869"/>
                <a:gd name="connsiteY0" fmla="*/ 273863 h 655796"/>
                <a:gd name="connsiteX1" fmla="*/ 474381 w 474869"/>
                <a:gd name="connsiteY1" fmla="*/ 246869 h 655796"/>
                <a:gd name="connsiteX2" fmla="*/ 147115 w 474869"/>
                <a:gd name="connsiteY2" fmla="*/ 226536 h 655796"/>
                <a:gd name="connsiteX3" fmla="*/ 147115 w 474869"/>
                <a:gd name="connsiteY3" fmla="*/ 21285 h 655796"/>
                <a:gd name="connsiteX4" fmla="*/ 125823 w 474869"/>
                <a:gd name="connsiteY4" fmla="*/ 0 h 655796"/>
                <a:gd name="connsiteX5" fmla="*/ 21785 w 474869"/>
                <a:gd name="connsiteY5" fmla="*/ 0 h 655796"/>
                <a:gd name="connsiteX6" fmla="*/ 487 w 474869"/>
                <a:gd name="connsiteY6" fmla="*/ 21285 h 655796"/>
                <a:gd name="connsiteX7" fmla="*/ 487 w 474869"/>
                <a:gd name="connsiteY7" fmla="*/ 465138 h 655796"/>
                <a:gd name="connsiteX8" fmla="*/ 56259 w 474869"/>
                <a:gd name="connsiteY8" fmla="*/ 655796 h 655796"/>
                <a:gd name="connsiteX9" fmla="*/ 55941 w 474869"/>
                <a:gd name="connsiteY9" fmla="*/ 597084 h 655796"/>
                <a:gd name="connsiteX10" fmla="*/ 55770 w 474869"/>
                <a:gd name="connsiteY10" fmla="*/ 566122 h 655796"/>
                <a:gd name="connsiteX11" fmla="*/ 86733 w 474869"/>
                <a:gd name="connsiteY11" fmla="*/ 566293 h 655796"/>
                <a:gd name="connsiteX12" fmla="*/ 157154 w 474869"/>
                <a:gd name="connsiteY12" fmla="*/ 566674 h 655796"/>
                <a:gd name="connsiteX13" fmla="*/ 180789 w 474869"/>
                <a:gd name="connsiteY13" fmla="*/ 367436 h 655796"/>
                <a:gd name="connsiteX14" fmla="*/ 367815 w 474869"/>
                <a:gd name="connsiteY14" fmla="*/ 337083 h 655796"/>
                <a:gd name="connsiteX15" fmla="*/ 474870 w 474869"/>
                <a:gd name="connsiteY15" fmla="*/ 337083 h 655796"/>
                <a:gd name="connsiteX16" fmla="*/ 474527 w 474869"/>
                <a:gd name="connsiteY16" fmla="*/ 273863 h 65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4869" h="655796">
                  <a:moveTo>
                    <a:pt x="474527" y="273863"/>
                  </a:moveTo>
                  <a:lnTo>
                    <a:pt x="474381" y="246869"/>
                  </a:lnTo>
                  <a:cubicBezTo>
                    <a:pt x="378801" y="174047"/>
                    <a:pt x="249058" y="167284"/>
                    <a:pt x="147115" y="226536"/>
                  </a:cubicBezTo>
                  <a:lnTo>
                    <a:pt x="147115" y="21285"/>
                  </a:lnTo>
                  <a:cubicBezTo>
                    <a:pt x="147115" y="7099"/>
                    <a:pt x="140022" y="0"/>
                    <a:pt x="125823" y="0"/>
                  </a:cubicBezTo>
                  <a:lnTo>
                    <a:pt x="21785" y="0"/>
                  </a:lnTo>
                  <a:cubicBezTo>
                    <a:pt x="7586" y="0"/>
                    <a:pt x="487" y="7099"/>
                    <a:pt x="487" y="21285"/>
                  </a:cubicBezTo>
                  <a:lnTo>
                    <a:pt x="487" y="465138"/>
                  </a:lnTo>
                  <a:cubicBezTo>
                    <a:pt x="-3323" y="531743"/>
                    <a:pt x="15225" y="599383"/>
                    <a:pt x="56259" y="655796"/>
                  </a:cubicBezTo>
                  <a:lnTo>
                    <a:pt x="55941" y="597084"/>
                  </a:lnTo>
                  <a:lnTo>
                    <a:pt x="55770" y="566122"/>
                  </a:lnTo>
                  <a:lnTo>
                    <a:pt x="86733" y="566293"/>
                  </a:lnTo>
                  <a:lnTo>
                    <a:pt x="157154" y="566674"/>
                  </a:lnTo>
                  <a:cubicBezTo>
                    <a:pt x="118946" y="504184"/>
                    <a:pt x="126712" y="421513"/>
                    <a:pt x="180789" y="367436"/>
                  </a:cubicBezTo>
                  <a:cubicBezTo>
                    <a:pt x="231411" y="316814"/>
                    <a:pt x="307084" y="306813"/>
                    <a:pt x="367815" y="337083"/>
                  </a:cubicBezTo>
                  <a:lnTo>
                    <a:pt x="474870" y="337083"/>
                  </a:lnTo>
                  <a:lnTo>
                    <a:pt x="474527" y="27386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7BD03E-CDDF-4BE9-BD9C-FE808CA7F8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5529" y="2727269"/>
            <a:ext cx="6081820" cy="701731"/>
          </a:xfrm>
        </p:spPr>
        <p:txBody>
          <a:bodyPr wrap="square" anchor="b">
            <a:spAutoFit/>
          </a:bodyPr>
          <a:lstStyle>
            <a:lvl1pPr algn="ctr">
              <a:defRPr sz="4400"/>
            </a:lvl1pPr>
          </a:lstStyle>
          <a:p>
            <a:r>
              <a:rPr lang="en-GB"/>
              <a:t>Title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11507-415B-3F90-030A-27E482487F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85529" y="3647183"/>
            <a:ext cx="6081820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  <a:endParaRPr lang="en-BE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4A432EF-C4D8-E7C2-83FF-23039A5BA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5527" y="4195196"/>
            <a:ext cx="6081820" cy="369332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Presenter name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3261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C73BA7F-DDEE-FCD4-3A82-DD1B022C23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8599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221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50122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gradient">
    <p:bg>
      <p:bgPr>
        <a:gradFill>
          <a:gsLst>
            <a:gs pos="0">
              <a:srgbClr val="50C2EF">
                <a:alpha val="11857"/>
              </a:srgbClr>
            </a:gs>
            <a:gs pos="100000">
              <a:srgbClr val="2B8CCC">
                <a:alpha val="6000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© Bmatix 2026</a:t>
            </a:r>
            <a:endParaRPr lang="en-BE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79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13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entered gradient">
    <p:bg>
      <p:bgPr>
        <a:gradFill>
          <a:gsLst>
            <a:gs pos="0">
              <a:srgbClr val="50C2EF">
                <a:alpha val="11857"/>
              </a:srgbClr>
            </a:gs>
            <a:gs pos="100000">
              <a:srgbClr val="2B8CCC">
                <a:alpha val="6000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© Bmatix 2026</a:t>
            </a:r>
            <a:endParaRPr lang="en-BE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621FDCC-5F3C-5D77-43A4-C9BB78466D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6250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79619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ight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151205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862528"/>
            <a:ext cx="7142663" cy="70173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235895"/>
            <a:ext cx="7142663" cy="3765703"/>
          </a:xfrm>
        </p:spPr>
        <p:txBody>
          <a:bodyPr>
            <a:normAutofit/>
          </a:bodyPr>
          <a:lstStyle>
            <a:lvl1pPr>
              <a:buNone/>
              <a:defRPr sz="1800"/>
            </a:lvl1pPr>
            <a:lvl2pPr>
              <a:buNone/>
              <a:defRPr sz="1600"/>
            </a:lvl2pPr>
            <a:lvl3pPr>
              <a:buNone/>
              <a:defRPr sz="14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635781"/>
            <a:ext cx="7142663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CF16555-B27E-11B9-B1F8-A2FCD3AEF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41293" y="862013"/>
            <a:ext cx="3977013" cy="514032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3527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Sub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4D0092-E1D5-9012-3F2C-93A1F98A2441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EEB5401-095F-88EA-35C1-FC163EEC00E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BE04AA9-6239-9E7B-7057-19AF368F9136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41230B4-C90B-FE7E-3ECC-92F07DE3400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805AF8C-C2E3-AC79-D0EB-5871BA797D5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4279B5A-D531-DFB8-091C-B822C073B5C5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88DE3C2-E5FC-11BF-45A1-09091D31E77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864BA63-3091-7EDA-47B7-7B9409D2BD1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BE4D041-9128-0C87-7B02-DBC418FBA6A1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F7DAC43-BC53-D4AF-F657-ADC5FD04C0F1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8EDF464-9D4A-81F3-A003-CA65A1C70D16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2A51261-9AD7-B8ED-F74F-12674B11DD0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276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90ED15-7671-2F86-41B9-8FF77A1103A6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24B42A4-8C2A-0FB7-2139-865E16DF33C3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1EB41C9-81A8-7281-CA31-87832F7C1F3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98108DB-9CD8-DAD5-C530-434296DDDA8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854E4DF-CB7C-BC4E-A157-B77B54AC8949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101CA2E-BDA7-EF88-598E-6F50BDA072C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7B75A06-94A3-ADEF-73E2-0B00753AD709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A84399C-3782-0062-7C2E-6B444F5FB261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F5AFDBB-1F11-C34C-8ABD-827108C3E29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4C1A8FB-8DAE-CCC6-B766-DCDEE38CBE5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F888820-AB11-E9ED-91FE-75EB082DCA88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A2A5910-B04F-C971-D62F-058802AE8142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75498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Sub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5E15265-CF18-32DF-24F8-98A041C1BEAB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968852A-1A20-A0DE-9DAC-D1900FC596D1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F9D73A6-6A63-F656-F708-253FE1F78BA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BBB05DA-68E5-0192-4F8C-6C69D7D6945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D57A7EC-3EFC-35CC-A812-88DA721F9599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94B57F8-A7D5-A970-0CE2-D5EC3B547D60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FAB3911-3428-E01F-99A6-C627EB4AB075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A256C13-FDB6-B4CE-04FD-3906DCE37DD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13FBD41-35B1-00D8-A093-7981269F3F0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3CAB046-E398-9D0D-ED9D-9203172F824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CA48C21-9731-40D0-BE1E-02E67F6CE1F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92BD95F-7DD8-899E-A241-BF234702FD9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42010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Sub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454091-777C-CBF6-EA24-089740638518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C3120C4-B3F8-E8F6-41EE-BF982DCD965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CBD5A9-1D8C-2505-89F1-A491AF64441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993D7DB-1CF8-9C94-C679-99228EB07249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6D062D6-FA36-A800-1FCA-FDA350D66DA7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406F705-3578-AD84-E2E7-8FE0FBE0734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DF145DE-9924-6E90-2CF5-E01A824EB132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9E2D7BA-6F2C-1889-4C68-E8CC67D7916B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17C17B1-F05B-E206-90D0-B6079D5FB1D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16D39DB-03B7-12C3-B3EE-0BBDFE0CEC5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227DA150-3790-61BB-90AD-18C199FA157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7FC9EA1-358E-1797-6DDA-8255EDEC5E8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26972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81B317F9-81F7-E734-402F-0267A771E0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D5560C-89C3-FD0E-375D-342DC43C2361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B20CAB8-11C5-562C-3B67-2533543FA85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57ECE1D-E6BF-6A9C-4FE9-FD22B2524DB0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2A4441-45C5-C35D-927F-95F3C6CBF2CC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52C4C91-5C93-4697-0CB0-0447ECA18782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0D6919E-5AFC-69F2-1740-5C28DFCDDBC3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C57720A-5328-DEDA-9981-F22C509F08EA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C15C96B-A7E9-8FD7-8000-FAC80B6BF0F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5BEBFE7-BA36-B7ED-B220-2A5AEE2A382B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25242D5-FAA1-EA91-0921-E8661A7FE312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CF583B1-2F9C-E9FE-29EA-7968F895AE5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B83B269-A77B-C763-577D-F34A730E0233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44442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Sub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57C3B416-AFA9-FA01-029B-324C284466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483D67-E186-4260-4DAE-98BAB60EDA28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52B1EFC-9311-F5DB-C1C1-FD07438A6E76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CCBE3B0-9D11-818F-CF66-17CA33D78D68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DE00DCF-9ED2-BFCA-85CF-83BD96143263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848B4CE-3FE4-A5CF-725F-6D33D142356C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A05BBB6-FED2-F0BF-1C41-F6AFCB94AC91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A36D444-8DE8-091A-6D5A-ADA5139B339B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9D89A78-BFA0-6B51-280C-471F72263B10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106128A-F195-AB15-CF64-0C0B2DC47DA9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7347415-5A1B-166E-D3AD-705490145407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93BA5D7-FE1C-02B6-78BE-95514F3FAE1B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EA2A87C-F303-8610-FF9D-9B3AE16D0E77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74116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16541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 Gradient">
    <p:bg>
      <p:bgPr>
        <a:gradFill>
          <a:gsLst>
            <a:gs pos="100000">
              <a:srgbClr val="D6F2FF">
                <a:alpha val="36279"/>
              </a:srgbClr>
            </a:gs>
            <a:gs pos="0">
              <a:srgbClr val="D6F2FF">
                <a:alpha val="12397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89600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FF15E7-CD3D-78D3-0187-E49DAEFD96C3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D979FCC-733F-C32E-3507-D1DE8C0B38A7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9" name="Graphic 19">
              <a:extLst>
                <a:ext uri="{FF2B5EF4-FFF2-40B4-BE49-F238E27FC236}">
                  <a16:creationId xmlns:a16="http://schemas.microsoft.com/office/drawing/2014/main" id="{210541A9-1AF1-8935-469F-BD953EB363B5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EB4BCF0-8C6E-F221-96BF-C0D7EA7137D4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71D88F51-F06A-1C54-CB86-4FDBEB7E05D6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D08318-236D-696E-B1EB-E103EC997B28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C8FA4D5-7114-A55D-3C10-4AC1DD29BD0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2199C01-1289-1B3C-AFB8-951D3170AAC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A5BAF2B-C222-246B-AD70-AEE100632EE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52367FA-AEE4-D5C2-F764-6F0085EB903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EA6A2F9-0BC3-A5F8-2F04-3EF5962B7E2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87701B8-F187-492C-6EE2-19C1E86432E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14753BE-3AF9-F273-7E2C-C1E537936FF9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D795EB4-398A-6136-04DB-88D118C7C38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D108674-74A7-ACC4-2333-3DDD05AEBA4C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97C4156-C3D5-C07D-AF57-B6F5D4E3F11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11C1801-94AD-C380-5407-C0EAFEB5CAF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67759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FF15E7-CD3D-78D3-0187-E49DAEFD96C3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D979FCC-733F-C32E-3507-D1DE8C0B38A7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9" name="Graphic 19">
              <a:extLst>
                <a:ext uri="{FF2B5EF4-FFF2-40B4-BE49-F238E27FC236}">
                  <a16:creationId xmlns:a16="http://schemas.microsoft.com/office/drawing/2014/main" id="{210541A9-1AF1-8935-469F-BD953EB363B5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EB4BCF0-8C6E-F221-96BF-C0D7EA7137D4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71D88F51-F06A-1C54-CB86-4FDBEB7E05D6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63DA69D-9231-A10F-A733-96C6FD47B14B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6C00D7F-B3AC-7D5C-0A5F-22AB2F572B7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0DF32DE-3F15-532E-9EB5-BFAD19E732D6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BD4E2D6-6593-07F2-D845-445DEEE912A5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02180E5-3411-CBAA-02B1-21200486951E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E657C18-6C8F-8DC9-7FFE-4C1DC7255FBC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EC9CE11-C7B8-82D5-3004-CA0A40655A26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D907F8D-3FDF-7A0B-F36C-C1105DF28D45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2F7D019-70AB-D82B-31C7-6CEF1CF4BFD6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E60D078-2C98-DFF6-E4E2-28DF1F29B38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5301C9B-452F-1373-626E-FC76BB98C009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B8769AA-A38D-BFE4-38F6-FF70D2ED593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1417244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546C2D55-4F16-9C74-A1D2-7D733652D3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1960732"/>
            <a:ext cx="731861" cy="653034"/>
          </a:xfrm>
          <a:custGeom>
            <a:avLst/>
            <a:gdLst>
              <a:gd name="csX0" fmla="*/ 1292535 w 1292535"/>
              <a:gd name="csY0" fmla="*/ 1 h 1153320"/>
              <a:gd name="csX1" fmla="*/ 1292535 w 1292535"/>
              <a:gd name="csY1" fmla="*/ 249385 h 1153320"/>
              <a:gd name="csX2" fmla="*/ 960899 w 1292535"/>
              <a:gd name="csY2" fmla="*/ 572010 h 1153320"/>
              <a:gd name="csX3" fmla="*/ 1292535 w 1292535"/>
              <a:gd name="csY3" fmla="*/ 572010 h 1153320"/>
              <a:gd name="csX4" fmla="*/ 1292535 w 1292535"/>
              <a:gd name="csY4" fmla="*/ 1153320 h 1153320"/>
              <a:gd name="csX5" fmla="*/ 711225 w 1292535"/>
              <a:gd name="csY5" fmla="*/ 1153320 h 1153320"/>
              <a:gd name="csX6" fmla="*/ 711225 w 1292535"/>
              <a:gd name="csY6" fmla="*/ 572010 h 1153320"/>
              <a:gd name="csX7" fmla="*/ 1292535 w 1292535"/>
              <a:gd name="csY7" fmla="*/ 1 h 1153320"/>
              <a:gd name="csX8" fmla="*/ 581310 w 1292535"/>
              <a:gd name="csY8" fmla="*/ 1 h 1153320"/>
              <a:gd name="csX9" fmla="*/ 581310 w 1292535"/>
              <a:gd name="csY9" fmla="*/ 249385 h 1153320"/>
              <a:gd name="csX10" fmla="*/ 249674 w 1292535"/>
              <a:gd name="csY10" fmla="*/ 572010 h 1153320"/>
              <a:gd name="csX11" fmla="*/ 581310 w 1292535"/>
              <a:gd name="csY11" fmla="*/ 572010 h 1153320"/>
              <a:gd name="csX12" fmla="*/ 581310 w 1292535"/>
              <a:gd name="csY12" fmla="*/ 1153320 h 1153320"/>
              <a:gd name="csX13" fmla="*/ 0 w 1292535"/>
              <a:gd name="csY13" fmla="*/ 1153320 h 1153320"/>
              <a:gd name="csX14" fmla="*/ 0 w 1292535"/>
              <a:gd name="csY14" fmla="*/ 572010 h 1153320"/>
              <a:gd name="csX15" fmla="*/ 581310 w 1292535"/>
              <a:gd name="csY15" fmla="*/ 1 h 1153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92535" h="1153320">
                <a:moveTo>
                  <a:pt x="1292535" y="1"/>
                </a:moveTo>
                <a:lnTo>
                  <a:pt x="1292535" y="249385"/>
                </a:lnTo>
                <a:cubicBezTo>
                  <a:pt x="1112903" y="249470"/>
                  <a:pt x="965930" y="392448"/>
                  <a:pt x="960899" y="572010"/>
                </a:cubicBezTo>
                <a:lnTo>
                  <a:pt x="1292535" y="572010"/>
                </a:lnTo>
                <a:lnTo>
                  <a:pt x="1292535" y="1153320"/>
                </a:lnTo>
                <a:lnTo>
                  <a:pt x="711225" y="1153320"/>
                </a:lnTo>
                <a:lnTo>
                  <a:pt x="711225" y="572010"/>
                </a:lnTo>
                <a:cubicBezTo>
                  <a:pt x="716306" y="254600"/>
                  <a:pt x="975085" y="-39"/>
                  <a:pt x="1292535" y="1"/>
                </a:cubicBezTo>
                <a:close/>
                <a:moveTo>
                  <a:pt x="581310" y="1"/>
                </a:moveTo>
                <a:lnTo>
                  <a:pt x="581310" y="249385"/>
                </a:lnTo>
                <a:cubicBezTo>
                  <a:pt x="401678" y="249470"/>
                  <a:pt x="254705" y="392448"/>
                  <a:pt x="249674" y="572010"/>
                </a:cubicBezTo>
                <a:lnTo>
                  <a:pt x="581310" y="572010"/>
                </a:lnTo>
                <a:lnTo>
                  <a:pt x="581310" y="1153320"/>
                </a:lnTo>
                <a:lnTo>
                  <a:pt x="0" y="1153320"/>
                </a:lnTo>
                <a:lnTo>
                  <a:pt x="0" y="572010"/>
                </a:lnTo>
                <a:cubicBezTo>
                  <a:pt x="5081" y="254600"/>
                  <a:pt x="263860" y="-39"/>
                  <a:pt x="581310" y="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.</a:t>
            </a:r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79898" y="3204763"/>
            <a:ext cx="11232204" cy="535531"/>
          </a:xfrm>
        </p:spPr>
        <p:txBody>
          <a:bodyPr anchor="t">
            <a:sp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FF15E7-CD3D-78D3-0187-E49DAEFD96C3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D979FCC-733F-C32E-3507-D1DE8C0B38A7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9" name="Graphic 19">
              <a:extLst>
                <a:ext uri="{FF2B5EF4-FFF2-40B4-BE49-F238E27FC236}">
                  <a16:creationId xmlns:a16="http://schemas.microsoft.com/office/drawing/2014/main" id="{210541A9-1AF1-8935-469F-BD953EB363B5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EB4BCF0-8C6E-F221-96BF-C0D7EA7137D4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71D88F51-F06A-1C54-CB86-4FDBEB7E05D6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D08318-236D-696E-B1EB-E103EC997B28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C8FA4D5-7114-A55D-3C10-4AC1DD29BD0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2199C01-1289-1B3C-AFB8-951D3170AAC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A5BAF2B-C222-246B-AD70-AEE100632EE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52367FA-AEE4-D5C2-F764-6F0085EB903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EA6A2F9-0BC3-A5F8-2F04-3EF5962B7E2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87701B8-F187-492C-6EE2-19C1E86432E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14753BE-3AF9-F273-7E2C-C1E537936FF9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D795EB4-398A-6136-04DB-88D118C7C38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D108674-74A7-ACC4-2333-3DDD05AEBA4C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97C4156-C3D5-C07D-AF57-B6F5D4E3F11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11C1801-94AD-C380-5407-C0EAFEB5CAF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BF7B3CC4-34FF-7ABF-4406-83AF7D0FF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0800000">
            <a:off x="10980241" y="4331290"/>
            <a:ext cx="731861" cy="653034"/>
          </a:xfrm>
          <a:custGeom>
            <a:avLst/>
            <a:gdLst>
              <a:gd name="csX0" fmla="*/ 1292535 w 1292535"/>
              <a:gd name="csY0" fmla="*/ 1 h 1153320"/>
              <a:gd name="csX1" fmla="*/ 1292535 w 1292535"/>
              <a:gd name="csY1" fmla="*/ 249385 h 1153320"/>
              <a:gd name="csX2" fmla="*/ 960899 w 1292535"/>
              <a:gd name="csY2" fmla="*/ 572010 h 1153320"/>
              <a:gd name="csX3" fmla="*/ 1292535 w 1292535"/>
              <a:gd name="csY3" fmla="*/ 572010 h 1153320"/>
              <a:gd name="csX4" fmla="*/ 1292535 w 1292535"/>
              <a:gd name="csY4" fmla="*/ 1153320 h 1153320"/>
              <a:gd name="csX5" fmla="*/ 711225 w 1292535"/>
              <a:gd name="csY5" fmla="*/ 1153320 h 1153320"/>
              <a:gd name="csX6" fmla="*/ 711225 w 1292535"/>
              <a:gd name="csY6" fmla="*/ 572010 h 1153320"/>
              <a:gd name="csX7" fmla="*/ 1292535 w 1292535"/>
              <a:gd name="csY7" fmla="*/ 1 h 1153320"/>
              <a:gd name="csX8" fmla="*/ 581310 w 1292535"/>
              <a:gd name="csY8" fmla="*/ 1 h 1153320"/>
              <a:gd name="csX9" fmla="*/ 581310 w 1292535"/>
              <a:gd name="csY9" fmla="*/ 249385 h 1153320"/>
              <a:gd name="csX10" fmla="*/ 249674 w 1292535"/>
              <a:gd name="csY10" fmla="*/ 572010 h 1153320"/>
              <a:gd name="csX11" fmla="*/ 581310 w 1292535"/>
              <a:gd name="csY11" fmla="*/ 572010 h 1153320"/>
              <a:gd name="csX12" fmla="*/ 581310 w 1292535"/>
              <a:gd name="csY12" fmla="*/ 1153320 h 1153320"/>
              <a:gd name="csX13" fmla="*/ 0 w 1292535"/>
              <a:gd name="csY13" fmla="*/ 1153320 h 1153320"/>
              <a:gd name="csX14" fmla="*/ 0 w 1292535"/>
              <a:gd name="csY14" fmla="*/ 572010 h 1153320"/>
              <a:gd name="csX15" fmla="*/ 581310 w 1292535"/>
              <a:gd name="csY15" fmla="*/ 1 h 1153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92535" h="1153320">
                <a:moveTo>
                  <a:pt x="1292535" y="1"/>
                </a:moveTo>
                <a:lnTo>
                  <a:pt x="1292535" y="249385"/>
                </a:lnTo>
                <a:cubicBezTo>
                  <a:pt x="1112903" y="249470"/>
                  <a:pt x="965930" y="392448"/>
                  <a:pt x="960899" y="572010"/>
                </a:cubicBezTo>
                <a:lnTo>
                  <a:pt x="1292535" y="572010"/>
                </a:lnTo>
                <a:lnTo>
                  <a:pt x="1292535" y="1153320"/>
                </a:lnTo>
                <a:lnTo>
                  <a:pt x="711225" y="1153320"/>
                </a:lnTo>
                <a:lnTo>
                  <a:pt x="711225" y="572010"/>
                </a:lnTo>
                <a:cubicBezTo>
                  <a:pt x="716306" y="254600"/>
                  <a:pt x="975085" y="-39"/>
                  <a:pt x="1292535" y="1"/>
                </a:cubicBezTo>
                <a:close/>
                <a:moveTo>
                  <a:pt x="581310" y="1"/>
                </a:moveTo>
                <a:lnTo>
                  <a:pt x="581310" y="249385"/>
                </a:lnTo>
                <a:cubicBezTo>
                  <a:pt x="401678" y="249470"/>
                  <a:pt x="254705" y="392448"/>
                  <a:pt x="249674" y="572010"/>
                </a:cubicBezTo>
                <a:lnTo>
                  <a:pt x="581310" y="572010"/>
                </a:lnTo>
                <a:lnTo>
                  <a:pt x="581310" y="1153320"/>
                </a:lnTo>
                <a:lnTo>
                  <a:pt x="0" y="1153320"/>
                </a:lnTo>
                <a:lnTo>
                  <a:pt x="0" y="572010"/>
                </a:lnTo>
                <a:cubicBezTo>
                  <a:pt x="5081" y="254600"/>
                  <a:pt x="263860" y="-39"/>
                  <a:pt x="581310" y="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.</a:t>
            </a:r>
            <a:endParaRPr lang="en-BE"/>
          </a:p>
        </p:txBody>
      </p:sp>
      <p:sp>
        <p:nvSpPr>
          <p:cNvPr id="41" name="Text Placeholder 22">
            <a:extLst>
              <a:ext uri="{FF2B5EF4-FFF2-40B4-BE49-F238E27FC236}">
                <a16:creationId xmlns:a16="http://schemas.microsoft.com/office/drawing/2014/main" id="{DB224A9F-4F40-F5D1-E3E4-566712C35C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09400" y="5504791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17451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bg>
      <p:bgPr>
        <a:gradFill>
          <a:gsLst>
            <a:gs pos="100000">
              <a:srgbClr val="D6F2FF">
                <a:alpha val="36279"/>
              </a:srgbClr>
            </a:gs>
            <a:gs pos="0">
              <a:srgbClr val="D6F2FF">
                <a:alpha val="12397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ame-side Corner of Rectangle 9">
            <a:extLst>
              <a:ext uri="{FF2B5EF4-FFF2-40B4-BE49-F238E27FC236}">
                <a16:creationId xmlns:a16="http://schemas.microsoft.com/office/drawing/2014/main" id="{C0A00D41-1559-9F0D-7E26-FF0E828468D7}"/>
              </a:ext>
            </a:extLst>
          </p:cNvPr>
          <p:cNvSpPr/>
          <p:nvPr userDrawn="1"/>
        </p:nvSpPr>
        <p:spPr>
          <a:xfrm rot="16200000">
            <a:off x="345244" y="2320446"/>
            <a:ext cx="2486414" cy="2217107"/>
          </a:xfrm>
          <a:prstGeom prst="round2SameRect">
            <a:avLst>
              <a:gd name="adj1" fmla="val 649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5961347" y="-1078549"/>
            <a:ext cx="2486412" cy="9015102"/>
          </a:xfrm>
          <a:prstGeom prst="round2SameRect">
            <a:avLst>
              <a:gd name="adj1" fmla="val 7175"/>
              <a:gd name="adj2" fmla="val 0"/>
            </a:avLst>
          </a:prstGeom>
          <a:solidFill>
            <a:schemeClr val="accent1"/>
          </a:solidFill>
        </p:spPr>
        <p:txBody>
          <a:bodyPr vert="vert270" wrap="square" anchor="ctr"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43AF4DF-113E-9C70-A4B6-84A1797E6F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156" y="2564706"/>
            <a:ext cx="1728590" cy="1728590"/>
          </a:xfrm>
          <a:solidFill>
            <a:schemeClr val="bg2"/>
          </a:solidFill>
        </p:spPr>
        <p:txBody>
          <a:bodyPr/>
          <a:lstStyle/>
          <a:p>
            <a:endParaRPr lang="en-BE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7953" y="438768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D544BD5-EBF2-6340-4F7C-BDA32F882F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41261" y="1760315"/>
            <a:ext cx="731861" cy="653034"/>
          </a:xfrm>
          <a:custGeom>
            <a:avLst/>
            <a:gdLst>
              <a:gd name="csX0" fmla="*/ 1292535 w 1292535"/>
              <a:gd name="csY0" fmla="*/ 1 h 1153320"/>
              <a:gd name="csX1" fmla="*/ 1292535 w 1292535"/>
              <a:gd name="csY1" fmla="*/ 249385 h 1153320"/>
              <a:gd name="csX2" fmla="*/ 960899 w 1292535"/>
              <a:gd name="csY2" fmla="*/ 572010 h 1153320"/>
              <a:gd name="csX3" fmla="*/ 1292535 w 1292535"/>
              <a:gd name="csY3" fmla="*/ 572010 h 1153320"/>
              <a:gd name="csX4" fmla="*/ 1292535 w 1292535"/>
              <a:gd name="csY4" fmla="*/ 1153320 h 1153320"/>
              <a:gd name="csX5" fmla="*/ 711225 w 1292535"/>
              <a:gd name="csY5" fmla="*/ 1153320 h 1153320"/>
              <a:gd name="csX6" fmla="*/ 711225 w 1292535"/>
              <a:gd name="csY6" fmla="*/ 572010 h 1153320"/>
              <a:gd name="csX7" fmla="*/ 1292535 w 1292535"/>
              <a:gd name="csY7" fmla="*/ 1 h 1153320"/>
              <a:gd name="csX8" fmla="*/ 581310 w 1292535"/>
              <a:gd name="csY8" fmla="*/ 1 h 1153320"/>
              <a:gd name="csX9" fmla="*/ 581310 w 1292535"/>
              <a:gd name="csY9" fmla="*/ 249385 h 1153320"/>
              <a:gd name="csX10" fmla="*/ 249674 w 1292535"/>
              <a:gd name="csY10" fmla="*/ 572010 h 1153320"/>
              <a:gd name="csX11" fmla="*/ 581310 w 1292535"/>
              <a:gd name="csY11" fmla="*/ 572010 h 1153320"/>
              <a:gd name="csX12" fmla="*/ 581310 w 1292535"/>
              <a:gd name="csY12" fmla="*/ 1153320 h 1153320"/>
              <a:gd name="csX13" fmla="*/ 0 w 1292535"/>
              <a:gd name="csY13" fmla="*/ 1153320 h 1153320"/>
              <a:gd name="csX14" fmla="*/ 0 w 1292535"/>
              <a:gd name="csY14" fmla="*/ 572010 h 1153320"/>
              <a:gd name="csX15" fmla="*/ 581310 w 1292535"/>
              <a:gd name="csY15" fmla="*/ 1 h 1153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92535" h="1153320">
                <a:moveTo>
                  <a:pt x="1292535" y="1"/>
                </a:moveTo>
                <a:lnTo>
                  <a:pt x="1292535" y="249385"/>
                </a:lnTo>
                <a:cubicBezTo>
                  <a:pt x="1112903" y="249470"/>
                  <a:pt x="965930" y="392448"/>
                  <a:pt x="960899" y="572010"/>
                </a:cubicBezTo>
                <a:lnTo>
                  <a:pt x="1292535" y="572010"/>
                </a:lnTo>
                <a:lnTo>
                  <a:pt x="1292535" y="1153320"/>
                </a:lnTo>
                <a:lnTo>
                  <a:pt x="711225" y="1153320"/>
                </a:lnTo>
                <a:lnTo>
                  <a:pt x="711225" y="572010"/>
                </a:lnTo>
                <a:cubicBezTo>
                  <a:pt x="716306" y="254600"/>
                  <a:pt x="975085" y="-39"/>
                  <a:pt x="1292535" y="1"/>
                </a:cubicBezTo>
                <a:close/>
                <a:moveTo>
                  <a:pt x="581310" y="1"/>
                </a:moveTo>
                <a:lnTo>
                  <a:pt x="581310" y="249385"/>
                </a:lnTo>
                <a:cubicBezTo>
                  <a:pt x="401678" y="249470"/>
                  <a:pt x="254705" y="392448"/>
                  <a:pt x="249674" y="572010"/>
                </a:cubicBezTo>
                <a:lnTo>
                  <a:pt x="581310" y="572010"/>
                </a:lnTo>
                <a:lnTo>
                  <a:pt x="581310" y="1153320"/>
                </a:lnTo>
                <a:lnTo>
                  <a:pt x="0" y="1153320"/>
                </a:lnTo>
                <a:lnTo>
                  <a:pt x="0" y="572010"/>
                </a:lnTo>
                <a:cubicBezTo>
                  <a:pt x="5081" y="254600"/>
                  <a:pt x="263860" y="-39"/>
                  <a:pt x="581310" y="1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.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937363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Div Shap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A7EDAB5-32EF-AEDB-6B41-A903980BFD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52225" y="244041"/>
            <a:ext cx="4843273" cy="6369919"/>
          </a:xfrm>
          <a:custGeom>
            <a:avLst/>
            <a:gdLst>
              <a:gd name="connsiteX0" fmla="*/ 159858 w 4843273"/>
              <a:gd name="connsiteY0" fmla="*/ 0 h 6369919"/>
              <a:gd name="connsiteX1" fmla="*/ 1042142 w 4843273"/>
              <a:gd name="connsiteY1" fmla="*/ 0 h 6369919"/>
              <a:gd name="connsiteX2" fmla="*/ 1202000 w 4843273"/>
              <a:gd name="connsiteY2" fmla="*/ 159858 h 6369919"/>
              <a:gd name="connsiteX3" fmla="*/ 1202000 w 4843273"/>
              <a:gd name="connsiteY3" fmla="*/ 1855844 h 6369919"/>
              <a:gd name="connsiteX4" fmla="*/ 2421636 w 4843273"/>
              <a:gd name="connsiteY4" fmla="*/ 1526646 h 6369919"/>
              <a:gd name="connsiteX5" fmla="*/ 4843273 w 4843273"/>
              <a:gd name="connsiteY5" fmla="*/ 3948283 h 6369919"/>
              <a:gd name="connsiteX6" fmla="*/ 4843272 w 4843273"/>
              <a:gd name="connsiteY6" fmla="*/ 3948283 h 6369919"/>
              <a:gd name="connsiteX7" fmla="*/ 2421636 w 4843273"/>
              <a:gd name="connsiteY7" fmla="*/ 6369919 h 6369919"/>
              <a:gd name="connsiteX8" fmla="*/ 0 w 4843273"/>
              <a:gd name="connsiteY8" fmla="*/ 3951001 h 6369919"/>
              <a:gd name="connsiteX9" fmla="*/ 0 w 4843273"/>
              <a:gd name="connsiteY9" fmla="*/ 159858 h 6369919"/>
              <a:gd name="connsiteX10" fmla="*/ 159858 w 4843273"/>
              <a:gd name="connsiteY10" fmla="*/ 0 h 6369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43273" h="6369919">
                <a:moveTo>
                  <a:pt x="159858" y="0"/>
                </a:moveTo>
                <a:lnTo>
                  <a:pt x="1042142" y="0"/>
                </a:lnTo>
                <a:cubicBezTo>
                  <a:pt x="1130446" y="0"/>
                  <a:pt x="1202000" y="71554"/>
                  <a:pt x="1202000" y="159858"/>
                </a:cubicBezTo>
                <a:lnTo>
                  <a:pt x="1202000" y="1855844"/>
                </a:lnTo>
                <a:cubicBezTo>
                  <a:pt x="1560211" y="1646556"/>
                  <a:pt x="1976891" y="1526646"/>
                  <a:pt x="2421636" y="1526646"/>
                </a:cubicBezTo>
                <a:cubicBezTo>
                  <a:pt x="3759032" y="1526646"/>
                  <a:pt x="4843273" y="2610887"/>
                  <a:pt x="4843273" y="3948283"/>
                </a:cubicBezTo>
                <a:lnTo>
                  <a:pt x="4843272" y="3948283"/>
                </a:lnTo>
                <a:cubicBezTo>
                  <a:pt x="4843272" y="5285742"/>
                  <a:pt x="3759032" y="6369919"/>
                  <a:pt x="2421636" y="6369919"/>
                </a:cubicBezTo>
                <a:cubicBezTo>
                  <a:pt x="1085061" y="6369919"/>
                  <a:pt x="1454" y="5287196"/>
                  <a:pt x="0" y="3951001"/>
                </a:cubicBezTo>
                <a:lnTo>
                  <a:pt x="0" y="159858"/>
                </a:lnTo>
                <a:cubicBezTo>
                  <a:pt x="0" y="71554"/>
                  <a:pt x="71553" y="0"/>
                  <a:pt x="15985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BE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377550"/>
            <a:ext cx="6037443" cy="1200329"/>
          </a:xfrm>
        </p:spPr>
        <p:txBody>
          <a:bodyPr wrap="square" anchor="b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6037443" cy="523220"/>
          </a:xfr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255748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Div Fu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7FCF90E3-334A-21AB-4446-CD998CAADC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" y="2"/>
            <a:ext cx="12191998" cy="6857999"/>
          </a:xfrm>
          <a:custGeom>
            <a:avLst/>
            <a:gdLst>
              <a:gd name="connsiteX0" fmla="*/ 9272077 w 12191998"/>
              <a:gd name="connsiteY0" fmla="*/ 5915300 h 6857999"/>
              <a:gd name="connsiteX1" fmla="*/ 9162278 w 12191998"/>
              <a:gd name="connsiteY1" fmla="*/ 6039506 h 6857999"/>
              <a:gd name="connsiteX2" fmla="*/ 9162279 w 12191998"/>
              <a:gd name="connsiteY2" fmla="*/ 6039506 h 6857999"/>
              <a:gd name="connsiteX3" fmla="*/ 9286025 w 12191998"/>
              <a:gd name="connsiteY3" fmla="*/ 6149808 h 6857999"/>
              <a:gd name="connsiteX4" fmla="*/ 9388954 w 12191998"/>
              <a:gd name="connsiteY4" fmla="*/ 6064766 h 6857999"/>
              <a:gd name="connsiteX5" fmla="*/ 9379239 w 12191998"/>
              <a:gd name="connsiteY5" fmla="*/ 6056144 h 6857999"/>
              <a:gd name="connsiteX6" fmla="*/ 9355593 w 12191998"/>
              <a:gd name="connsiteY6" fmla="*/ 6057549 h 6857999"/>
              <a:gd name="connsiteX7" fmla="*/ 9345947 w 12191998"/>
              <a:gd name="connsiteY7" fmla="*/ 6066353 h 6857999"/>
              <a:gd name="connsiteX8" fmla="*/ 9284291 w 12191998"/>
              <a:gd name="connsiteY8" fmla="*/ 6112630 h 6857999"/>
              <a:gd name="connsiteX9" fmla="*/ 9204739 w 12191998"/>
              <a:gd name="connsiteY9" fmla="*/ 6036973 h 6857999"/>
              <a:gd name="connsiteX10" fmla="*/ 9274801 w 12191998"/>
              <a:gd name="connsiteY10" fmla="*/ 5952911 h 6857999"/>
              <a:gd name="connsiteX11" fmla="*/ 9341497 w 12191998"/>
              <a:gd name="connsiteY11" fmla="*/ 5991555 h 6857999"/>
              <a:gd name="connsiteX12" fmla="*/ 9352600 w 12191998"/>
              <a:gd name="connsiteY12" fmla="*/ 5999128 h 6857999"/>
              <a:gd name="connsiteX13" fmla="*/ 9376255 w 12191998"/>
              <a:gd name="connsiteY13" fmla="*/ 5997731 h 6857999"/>
              <a:gd name="connsiteX14" fmla="*/ 9384817 w 12191998"/>
              <a:gd name="connsiteY14" fmla="*/ 5987044 h 6857999"/>
              <a:gd name="connsiteX15" fmla="*/ 9272077 w 12191998"/>
              <a:gd name="connsiteY15" fmla="*/ 5915300 h 6857999"/>
              <a:gd name="connsiteX16" fmla="*/ 8975140 w 12191998"/>
              <a:gd name="connsiteY16" fmla="*/ 5853322 h 6857999"/>
              <a:gd name="connsiteX17" fmla="*/ 8976103 w 12191998"/>
              <a:gd name="connsiteY17" fmla="*/ 5853444 h 6857999"/>
              <a:gd name="connsiteX18" fmla="*/ 9024410 w 12191998"/>
              <a:gd name="connsiteY18" fmla="*/ 6027883 h 6857999"/>
              <a:gd name="connsiteX19" fmla="*/ 8887600 w 12191998"/>
              <a:gd name="connsiteY19" fmla="*/ 6011974 h 6857999"/>
              <a:gd name="connsiteX20" fmla="*/ 9479479 w 12191998"/>
              <a:gd name="connsiteY20" fmla="*/ 5830778 h 6857999"/>
              <a:gd name="connsiteX21" fmla="*/ 9457203 w 12191998"/>
              <a:gd name="connsiteY21" fmla="*/ 5835228 h 6857999"/>
              <a:gd name="connsiteX22" fmla="*/ 9449613 w 12191998"/>
              <a:gd name="connsiteY22" fmla="*/ 5846600 h 6857999"/>
              <a:gd name="connsiteX23" fmla="*/ 9460014 w 12191998"/>
              <a:gd name="connsiteY23" fmla="*/ 5898741 h 6857999"/>
              <a:gd name="connsiteX24" fmla="*/ 9417822 w 12191998"/>
              <a:gd name="connsiteY24" fmla="*/ 5907147 h 6857999"/>
              <a:gd name="connsiteX25" fmla="*/ 9410701 w 12191998"/>
              <a:gd name="connsiteY25" fmla="*/ 5918431 h 6857999"/>
              <a:gd name="connsiteX26" fmla="*/ 9413919 w 12191998"/>
              <a:gd name="connsiteY26" fmla="*/ 5934548 h 6857999"/>
              <a:gd name="connsiteX27" fmla="*/ 9424814 w 12191998"/>
              <a:gd name="connsiteY27" fmla="*/ 5942225 h 6857999"/>
              <a:gd name="connsiteX28" fmla="*/ 9467005 w 12191998"/>
              <a:gd name="connsiteY28" fmla="*/ 5933820 h 6857999"/>
              <a:gd name="connsiteX29" fmla="*/ 9488734 w 12191998"/>
              <a:gd name="connsiteY29" fmla="*/ 6042847 h 6857999"/>
              <a:gd name="connsiteX30" fmla="*/ 9584160 w 12191998"/>
              <a:gd name="connsiteY30" fmla="*/ 6108606 h 6857999"/>
              <a:gd name="connsiteX31" fmla="*/ 9626646 w 12191998"/>
              <a:gd name="connsiteY31" fmla="*/ 6091743 h 6857999"/>
              <a:gd name="connsiteX32" fmla="*/ 9631677 w 12191998"/>
              <a:gd name="connsiteY32" fmla="*/ 6079903 h 6857999"/>
              <a:gd name="connsiteX33" fmla="*/ 9628277 w 12191998"/>
              <a:gd name="connsiteY33" fmla="*/ 6062840 h 6857999"/>
              <a:gd name="connsiteX34" fmla="*/ 9616055 w 12191998"/>
              <a:gd name="connsiteY34" fmla="*/ 6058373 h 6857999"/>
              <a:gd name="connsiteX35" fmla="*/ 9583995 w 12191998"/>
              <a:gd name="connsiteY35" fmla="*/ 6070682 h 6857999"/>
              <a:gd name="connsiteX36" fmla="*/ 9529130 w 12191998"/>
              <a:gd name="connsiteY36" fmla="*/ 6032827 h 6857999"/>
              <a:gd name="connsiteX37" fmla="*/ 9507774 w 12191998"/>
              <a:gd name="connsiteY37" fmla="*/ 5925683 h 6857999"/>
              <a:gd name="connsiteX38" fmla="*/ 9585044 w 12191998"/>
              <a:gd name="connsiteY38" fmla="*/ 5910278 h 6857999"/>
              <a:gd name="connsiteX39" fmla="*/ 9592626 w 12191998"/>
              <a:gd name="connsiteY39" fmla="*/ 5898906 h 6857999"/>
              <a:gd name="connsiteX40" fmla="*/ 9589425 w 12191998"/>
              <a:gd name="connsiteY40" fmla="*/ 5882798 h 6857999"/>
              <a:gd name="connsiteX41" fmla="*/ 9578053 w 12191998"/>
              <a:gd name="connsiteY41" fmla="*/ 5875199 h 6857999"/>
              <a:gd name="connsiteX42" fmla="*/ 9500774 w 12191998"/>
              <a:gd name="connsiteY42" fmla="*/ 5890605 h 6857999"/>
              <a:gd name="connsiteX43" fmla="*/ 9490382 w 12191998"/>
              <a:gd name="connsiteY43" fmla="*/ 5838464 h 6857999"/>
              <a:gd name="connsiteX44" fmla="*/ 9479479 w 12191998"/>
              <a:gd name="connsiteY44" fmla="*/ 5830778 h 6857999"/>
              <a:gd name="connsiteX45" fmla="*/ 9783563 w 12191998"/>
              <a:gd name="connsiteY45" fmla="*/ 5809222 h 6857999"/>
              <a:gd name="connsiteX46" fmla="*/ 9762736 w 12191998"/>
              <a:gd name="connsiteY46" fmla="*/ 5817029 h 6857999"/>
              <a:gd name="connsiteX47" fmla="*/ 9757089 w 12191998"/>
              <a:gd name="connsiteY47" fmla="*/ 5829468 h 6857999"/>
              <a:gd name="connsiteX48" fmla="*/ 9829398 w 12191998"/>
              <a:gd name="connsiteY48" fmla="*/ 6022280 h 6857999"/>
              <a:gd name="connsiteX49" fmla="*/ 9841845 w 12191998"/>
              <a:gd name="connsiteY49" fmla="*/ 6027944 h 6857999"/>
              <a:gd name="connsiteX50" fmla="*/ 9862663 w 12191998"/>
              <a:gd name="connsiteY50" fmla="*/ 6020128 h 6857999"/>
              <a:gd name="connsiteX51" fmla="*/ 9868328 w 12191998"/>
              <a:gd name="connsiteY51" fmla="*/ 6007690 h 6857999"/>
              <a:gd name="connsiteX52" fmla="*/ 9796011 w 12191998"/>
              <a:gd name="connsiteY52" fmla="*/ 5814878 h 6857999"/>
              <a:gd name="connsiteX53" fmla="*/ 9783563 w 12191998"/>
              <a:gd name="connsiteY53" fmla="*/ 5809222 h 6857999"/>
              <a:gd name="connsiteX54" fmla="*/ 8969398 w 12191998"/>
              <a:gd name="connsiteY54" fmla="*/ 5798171 h 6857999"/>
              <a:gd name="connsiteX55" fmla="*/ 8957514 w 12191998"/>
              <a:gd name="connsiteY55" fmla="*/ 5804079 h 6857999"/>
              <a:gd name="connsiteX56" fmla="*/ 8787577 w 12191998"/>
              <a:gd name="connsiteY56" fmla="*/ 6106403 h 6857999"/>
              <a:gd name="connsiteX57" fmla="*/ 8793493 w 12191998"/>
              <a:gd name="connsiteY57" fmla="*/ 6118277 h 6857999"/>
              <a:gd name="connsiteX58" fmla="*/ 8818934 w 12191998"/>
              <a:gd name="connsiteY58" fmla="*/ 6121244 h 6857999"/>
              <a:gd name="connsiteX59" fmla="*/ 8830818 w 12191998"/>
              <a:gd name="connsiteY59" fmla="*/ 6115320 h 6857999"/>
              <a:gd name="connsiteX60" fmla="*/ 8867172 w 12191998"/>
              <a:gd name="connsiteY60" fmla="*/ 6049482 h 6857999"/>
              <a:gd name="connsiteX61" fmla="*/ 9035670 w 12191998"/>
              <a:gd name="connsiteY61" fmla="*/ 6069095 h 6857999"/>
              <a:gd name="connsiteX62" fmla="*/ 9055950 w 12191998"/>
              <a:gd name="connsiteY62" fmla="*/ 6141516 h 6857999"/>
              <a:gd name="connsiteX63" fmla="*/ 9066159 w 12191998"/>
              <a:gd name="connsiteY63" fmla="*/ 6149999 h 6857999"/>
              <a:gd name="connsiteX64" fmla="*/ 9092078 w 12191998"/>
              <a:gd name="connsiteY64" fmla="*/ 6153018 h 6857999"/>
              <a:gd name="connsiteX65" fmla="*/ 9100084 w 12191998"/>
              <a:gd name="connsiteY65" fmla="*/ 6142756 h 6857999"/>
              <a:gd name="connsiteX66" fmla="*/ 9004078 w 12191998"/>
              <a:gd name="connsiteY66" fmla="*/ 5809500 h 6857999"/>
              <a:gd name="connsiteX67" fmla="*/ 8993877 w 12191998"/>
              <a:gd name="connsiteY67" fmla="*/ 5801008 h 6857999"/>
              <a:gd name="connsiteX68" fmla="*/ 9737347 w 12191998"/>
              <a:gd name="connsiteY68" fmla="*/ 5717622 h 6857999"/>
              <a:gd name="connsiteX69" fmla="*/ 9719807 w 12191998"/>
              <a:gd name="connsiteY69" fmla="*/ 5756206 h 6857999"/>
              <a:gd name="connsiteX70" fmla="*/ 9758382 w 12191998"/>
              <a:gd name="connsiteY70" fmla="*/ 5773745 h 6857999"/>
              <a:gd name="connsiteX71" fmla="*/ 9775930 w 12191998"/>
              <a:gd name="connsiteY71" fmla="*/ 5735162 h 6857999"/>
              <a:gd name="connsiteX72" fmla="*/ 9737347 w 12191998"/>
              <a:gd name="connsiteY72" fmla="*/ 5717622 h 6857999"/>
              <a:gd name="connsiteX73" fmla="*/ 10003746 w 12191998"/>
              <a:gd name="connsiteY73" fmla="*/ 5709721 h 6857999"/>
              <a:gd name="connsiteX74" fmla="*/ 9967241 w 12191998"/>
              <a:gd name="connsiteY74" fmla="*/ 5721144 h 6857999"/>
              <a:gd name="connsiteX75" fmla="*/ 9915794 w 12191998"/>
              <a:gd name="connsiteY75" fmla="*/ 5793583 h 6857999"/>
              <a:gd name="connsiteX76" fmla="*/ 9914935 w 12191998"/>
              <a:gd name="connsiteY76" fmla="*/ 5794025 h 6857999"/>
              <a:gd name="connsiteX77" fmla="*/ 9902834 w 12191998"/>
              <a:gd name="connsiteY77" fmla="*/ 5770344 h 6857999"/>
              <a:gd name="connsiteX78" fmla="*/ 9889823 w 12191998"/>
              <a:gd name="connsiteY78" fmla="*/ 5766146 h 6857999"/>
              <a:gd name="connsiteX79" fmla="*/ 9870454 w 12191998"/>
              <a:gd name="connsiteY79" fmla="*/ 5776035 h 6857999"/>
              <a:gd name="connsiteX80" fmla="*/ 9866255 w 12191998"/>
              <a:gd name="connsiteY80" fmla="*/ 5789046 h 6857999"/>
              <a:gd name="connsiteX81" fmla="*/ 9959963 w 12191998"/>
              <a:gd name="connsiteY81" fmla="*/ 5972385 h 6857999"/>
              <a:gd name="connsiteX82" fmla="*/ 9972974 w 12191998"/>
              <a:gd name="connsiteY82" fmla="*/ 5976601 h 6857999"/>
              <a:gd name="connsiteX83" fmla="*/ 9992760 w 12191998"/>
              <a:gd name="connsiteY83" fmla="*/ 5966486 h 6857999"/>
              <a:gd name="connsiteX84" fmla="*/ 9996967 w 12191998"/>
              <a:gd name="connsiteY84" fmla="*/ 5953475 h 6857999"/>
              <a:gd name="connsiteX85" fmla="*/ 9944844 w 12191998"/>
              <a:gd name="connsiteY85" fmla="*/ 5851466 h 6857999"/>
              <a:gd name="connsiteX86" fmla="*/ 9975585 w 12191998"/>
              <a:gd name="connsiteY86" fmla="*/ 5759761 h 6857999"/>
              <a:gd name="connsiteX87" fmla="*/ 10057583 w 12191998"/>
              <a:gd name="connsiteY87" fmla="*/ 5791674 h 6857999"/>
              <a:gd name="connsiteX88" fmla="*/ 10110592 w 12191998"/>
              <a:gd name="connsiteY88" fmla="*/ 5895401 h 6857999"/>
              <a:gd name="connsiteX89" fmla="*/ 10123603 w 12191998"/>
              <a:gd name="connsiteY89" fmla="*/ 5899608 h 6857999"/>
              <a:gd name="connsiteX90" fmla="*/ 10143823 w 12191998"/>
              <a:gd name="connsiteY90" fmla="*/ 5889268 h 6857999"/>
              <a:gd name="connsiteX91" fmla="*/ 10147604 w 12191998"/>
              <a:gd name="connsiteY91" fmla="*/ 5876473 h 6857999"/>
              <a:gd name="connsiteX92" fmla="*/ 10090415 w 12191998"/>
              <a:gd name="connsiteY92" fmla="*/ 5764576 h 6857999"/>
              <a:gd name="connsiteX93" fmla="*/ 10003746 w 12191998"/>
              <a:gd name="connsiteY93" fmla="*/ 5709721 h 6857999"/>
              <a:gd name="connsiteX94" fmla="*/ 10412356 w 12191998"/>
              <a:gd name="connsiteY94" fmla="*/ 5474319 h 6857999"/>
              <a:gd name="connsiteX95" fmla="*/ 10465854 w 12191998"/>
              <a:gd name="connsiteY95" fmla="*/ 5502292 h 6857999"/>
              <a:gd name="connsiteX96" fmla="*/ 10464241 w 12191998"/>
              <a:gd name="connsiteY96" fmla="*/ 5612386 h 6857999"/>
              <a:gd name="connsiteX97" fmla="*/ 10354112 w 12191998"/>
              <a:gd name="connsiteY97" fmla="*/ 5604267 h 6857999"/>
              <a:gd name="connsiteX98" fmla="*/ 10356411 w 12191998"/>
              <a:gd name="connsiteY98" fmla="*/ 5494208 h 6857999"/>
              <a:gd name="connsiteX99" fmla="*/ 10412356 w 12191998"/>
              <a:gd name="connsiteY99" fmla="*/ 5474319 h 6857999"/>
              <a:gd name="connsiteX100" fmla="*/ 10157606 w 12191998"/>
              <a:gd name="connsiteY100" fmla="*/ 5472254 h 6857999"/>
              <a:gd name="connsiteX101" fmla="*/ 10129709 w 12191998"/>
              <a:gd name="connsiteY101" fmla="*/ 5486332 h 6857999"/>
              <a:gd name="connsiteX102" fmla="*/ 10116082 w 12191998"/>
              <a:gd name="connsiteY102" fmla="*/ 5615830 h 6857999"/>
              <a:gd name="connsiteX103" fmla="*/ 10127393 w 12191998"/>
              <a:gd name="connsiteY103" fmla="*/ 5632112 h 6857999"/>
              <a:gd name="connsiteX104" fmla="*/ 10092453 w 12191998"/>
              <a:gd name="connsiteY104" fmla="*/ 5656365 h 6857999"/>
              <a:gd name="connsiteX105" fmla="*/ 10090432 w 12191998"/>
              <a:gd name="connsiteY105" fmla="*/ 5669550 h 6857999"/>
              <a:gd name="connsiteX106" fmla="*/ 10099800 w 12191998"/>
              <a:gd name="connsiteY106" fmla="*/ 5683038 h 6857999"/>
              <a:gd name="connsiteX107" fmla="*/ 10112846 w 12191998"/>
              <a:gd name="connsiteY107" fmla="*/ 5685745 h 6857999"/>
              <a:gd name="connsiteX108" fmla="*/ 10147786 w 12191998"/>
              <a:gd name="connsiteY108" fmla="*/ 5661483 h 6857999"/>
              <a:gd name="connsiteX109" fmla="*/ 10250342 w 12191998"/>
              <a:gd name="connsiteY109" fmla="*/ 5809162 h 6857999"/>
              <a:gd name="connsiteX110" fmla="*/ 10263405 w 12191998"/>
              <a:gd name="connsiteY110" fmla="*/ 5811868 h 6857999"/>
              <a:gd name="connsiteX111" fmla="*/ 10282055 w 12191998"/>
              <a:gd name="connsiteY111" fmla="*/ 5798900 h 6857999"/>
              <a:gd name="connsiteX112" fmla="*/ 10284492 w 12191998"/>
              <a:gd name="connsiteY112" fmla="*/ 5785446 h 6857999"/>
              <a:gd name="connsiteX113" fmla="*/ 10181937 w 12191998"/>
              <a:gd name="connsiteY113" fmla="*/ 5637767 h 6857999"/>
              <a:gd name="connsiteX114" fmla="*/ 10239100 w 12191998"/>
              <a:gd name="connsiteY114" fmla="*/ 5598074 h 6857999"/>
              <a:gd name="connsiteX115" fmla="*/ 10241121 w 12191998"/>
              <a:gd name="connsiteY115" fmla="*/ 5584906 h 6857999"/>
              <a:gd name="connsiteX116" fmla="*/ 10231753 w 12191998"/>
              <a:gd name="connsiteY116" fmla="*/ 5571400 h 6857999"/>
              <a:gd name="connsiteX117" fmla="*/ 10218698 w 12191998"/>
              <a:gd name="connsiteY117" fmla="*/ 5568703 h 6857999"/>
              <a:gd name="connsiteX118" fmla="*/ 10161535 w 12191998"/>
              <a:gd name="connsiteY118" fmla="*/ 5608405 h 6857999"/>
              <a:gd name="connsiteX119" fmla="*/ 10149677 w 12191998"/>
              <a:gd name="connsiteY119" fmla="*/ 5591334 h 6857999"/>
              <a:gd name="connsiteX120" fmla="*/ 10157181 w 12191998"/>
              <a:gd name="connsiteY120" fmla="*/ 5513153 h 6857999"/>
              <a:gd name="connsiteX121" fmla="*/ 10175345 w 12191998"/>
              <a:gd name="connsiteY121" fmla="*/ 5502892 h 6857999"/>
              <a:gd name="connsiteX122" fmla="*/ 10179404 w 12191998"/>
              <a:gd name="connsiteY122" fmla="*/ 5490071 h 6857999"/>
              <a:gd name="connsiteX123" fmla="*/ 10169749 w 12191998"/>
              <a:gd name="connsiteY123" fmla="*/ 5476183 h 6857999"/>
              <a:gd name="connsiteX124" fmla="*/ 10157606 w 12191998"/>
              <a:gd name="connsiteY124" fmla="*/ 5472254 h 6857999"/>
              <a:gd name="connsiteX125" fmla="*/ 10415878 w 12191998"/>
              <a:gd name="connsiteY125" fmla="*/ 5434795 h 6857999"/>
              <a:gd name="connsiteX126" fmla="*/ 10331004 w 12191998"/>
              <a:gd name="connsiteY126" fmla="*/ 5466363 h 6857999"/>
              <a:gd name="connsiteX127" fmla="*/ 10322694 w 12191998"/>
              <a:gd name="connsiteY127" fmla="*/ 5632944 h 6857999"/>
              <a:gd name="connsiteX128" fmla="*/ 10489335 w 12191998"/>
              <a:gd name="connsiteY128" fmla="*/ 5639883 h 6857999"/>
              <a:gd name="connsiteX129" fmla="*/ 10497272 w 12191998"/>
              <a:gd name="connsiteY129" fmla="*/ 5473624 h 6857999"/>
              <a:gd name="connsiteX130" fmla="*/ 10415878 w 12191998"/>
              <a:gd name="connsiteY130" fmla="*/ 5434795 h 6857999"/>
              <a:gd name="connsiteX131" fmla="*/ 10539360 w 12191998"/>
              <a:gd name="connsiteY131" fmla="*/ 5244424 h 6857999"/>
              <a:gd name="connsiteX132" fmla="*/ 10529940 w 12191998"/>
              <a:gd name="connsiteY132" fmla="*/ 5254192 h 6857999"/>
              <a:gd name="connsiteX133" fmla="*/ 10520606 w 12191998"/>
              <a:gd name="connsiteY133" fmla="*/ 5341498 h 6857999"/>
              <a:gd name="connsiteX134" fmla="*/ 10520303 w 12191998"/>
              <a:gd name="connsiteY134" fmla="*/ 5341871 h 6857999"/>
              <a:gd name="connsiteX135" fmla="*/ 10493221 w 12191998"/>
              <a:gd name="connsiteY135" fmla="*/ 5319248 h 6857999"/>
              <a:gd name="connsiteX136" fmla="*/ 10479603 w 12191998"/>
              <a:gd name="connsiteY136" fmla="*/ 5320463 h 6857999"/>
              <a:gd name="connsiteX137" fmla="*/ 10465663 w 12191998"/>
              <a:gd name="connsiteY137" fmla="*/ 5337152 h 6857999"/>
              <a:gd name="connsiteX138" fmla="*/ 10466878 w 12191998"/>
              <a:gd name="connsiteY138" fmla="*/ 5350771 h 6857999"/>
              <a:gd name="connsiteX139" fmla="*/ 10624888 w 12191998"/>
              <a:gd name="connsiteY139" fmla="*/ 5482793 h 6857999"/>
              <a:gd name="connsiteX140" fmla="*/ 10638506 w 12191998"/>
              <a:gd name="connsiteY140" fmla="*/ 5481570 h 6857999"/>
              <a:gd name="connsiteX141" fmla="*/ 10652767 w 12191998"/>
              <a:gd name="connsiteY141" fmla="*/ 5464508 h 6857999"/>
              <a:gd name="connsiteX142" fmla="*/ 10651552 w 12191998"/>
              <a:gd name="connsiteY142" fmla="*/ 5450897 h 6857999"/>
              <a:gd name="connsiteX143" fmla="*/ 10583668 w 12191998"/>
              <a:gd name="connsiteY143" fmla="*/ 5394185 h 6857999"/>
              <a:gd name="connsiteX144" fmla="*/ 10559310 w 12191998"/>
              <a:gd name="connsiteY144" fmla="*/ 5279347 h 6857999"/>
              <a:gd name="connsiteX145" fmla="*/ 10567430 w 12191998"/>
              <a:gd name="connsiteY145" fmla="*/ 5270386 h 6857999"/>
              <a:gd name="connsiteX146" fmla="*/ 10567629 w 12191998"/>
              <a:gd name="connsiteY146" fmla="*/ 5257331 h 6857999"/>
              <a:gd name="connsiteX147" fmla="*/ 10553152 w 12191998"/>
              <a:gd name="connsiteY147" fmla="*/ 5245248 h 6857999"/>
              <a:gd name="connsiteX148" fmla="*/ 10539360 w 12191998"/>
              <a:gd name="connsiteY148" fmla="*/ 5244424 h 6857999"/>
              <a:gd name="connsiteX149" fmla="*/ 10770614 w 12191998"/>
              <a:gd name="connsiteY149" fmla="*/ 4927348 h 6857999"/>
              <a:gd name="connsiteX150" fmla="*/ 10709817 w 12191998"/>
              <a:gd name="connsiteY150" fmla="*/ 4970144 h 6857999"/>
              <a:gd name="connsiteX151" fmla="*/ 10710936 w 12191998"/>
              <a:gd name="connsiteY151" fmla="*/ 5062655 h 6857999"/>
              <a:gd name="connsiteX152" fmla="*/ 10710216 w 12191998"/>
              <a:gd name="connsiteY152" fmla="*/ 5063905 h 6857999"/>
              <a:gd name="connsiteX153" fmla="*/ 10633059 w 12191998"/>
              <a:gd name="connsiteY153" fmla="*/ 5104413 h 6857999"/>
              <a:gd name="connsiteX154" fmla="*/ 10634230 w 12191998"/>
              <a:gd name="connsiteY154" fmla="*/ 5188042 h 6857999"/>
              <a:gd name="connsiteX155" fmla="*/ 10633510 w 12191998"/>
              <a:gd name="connsiteY155" fmla="*/ 5189308 h 6857999"/>
              <a:gd name="connsiteX156" fmla="*/ 10609178 w 12191998"/>
              <a:gd name="connsiteY156" fmla="*/ 5175395 h 6857999"/>
              <a:gd name="connsiteX157" fmla="*/ 10595993 w 12191998"/>
              <a:gd name="connsiteY157" fmla="*/ 5178986 h 6857999"/>
              <a:gd name="connsiteX158" fmla="*/ 10585437 w 12191998"/>
              <a:gd name="connsiteY158" fmla="*/ 5197445 h 6857999"/>
              <a:gd name="connsiteX159" fmla="*/ 10589028 w 12191998"/>
              <a:gd name="connsiteY159" fmla="*/ 5210638 h 6857999"/>
              <a:gd name="connsiteX160" fmla="*/ 10767778 w 12191998"/>
              <a:gd name="connsiteY160" fmla="*/ 5312830 h 6857999"/>
              <a:gd name="connsiteX161" fmla="*/ 10780963 w 12191998"/>
              <a:gd name="connsiteY161" fmla="*/ 5309230 h 6857999"/>
              <a:gd name="connsiteX162" fmla="*/ 10791997 w 12191998"/>
              <a:gd name="connsiteY162" fmla="*/ 5289930 h 6857999"/>
              <a:gd name="connsiteX163" fmla="*/ 10788406 w 12191998"/>
              <a:gd name="connsiteY163" fmla="*/ 5276744 h 6857999"/>
              <a:gd name="connsiteX164" fmla="*/ 10688964 w 12191998"/>
              <a:gd name="connsiteY164" fmla="*/ 5219893 h 6857999"/>
              <a:gd name="connsiteX165" fmla="*/ 10660929 w 12191998"/>
              <a:gd name="connsiteY165" fmla="*/ 5132596 h 6857999"/>
              <a:gd name="connsiteX166" fmla="*/ 10744141 w 12191998"/>
              <a:gd name="connsiteY166" fmla="*/ 5119489 h 6857999"/>
              <a:gd name="connsiteX167" fmla="*/ 10845257 w 12191998"/>
              <a:gd name="connsiteY167" fmla="*/ 5177303 h 6857999"/>
              <a:gd name="connsiteX168" fmla="*/ 10858450 w 12191998"/>
              <a:gd name="connsiteY168" fmla="*/ 5173703 h 6857999"/>
              <a:gd name="connsiteX169" fmla="*/ 10869493 w 12191998"/>
              <a:gd name="connsiteY169" fmla="*/ 5154403 h 6857999"/>
              <a:gd name="connsiteX170" fmla="*/ 10865893 w 12191998"/>
              <a:gd name="connsiteY170" fmla="*/ 5141218 h 6857999"/>
              <a:gd name="connsiteX171" fmla="*/ 10766451 w 12191998"/>
              <a:gd name="connsiteY171" fmla="*/ 5084358 h 6857999"/>
              <a:gd name="connsiteX172" fmla="*/ 10738407 w 12191998"/>
              <a:gd name="connsiteY172" fmla="*/ 4997070 h 6857999"/>
              <a:gd name="connsiteX173" fmla="*/ 10821620 w 12191998"/>
              <a:gd name="connsiteY173" fmla="*/ 4983954 h 6857999"/>
              <a:gd name="connsiteX174" fmla="*/ 10922744 w 12191998"/>
              <a:gd name="connsiteY174" fmla="*/ 5041768 h 6857999"/>
              <a:gd name="connsiteX175" fmla="*/ 10935686 w 12191998"/>
              <a:gd name="connsiteY175" fmla="*/ 5038602 h 6857999"/>
              <a:gd name="connsiteX176" fmla="*/ 10946963 w 12191998"/>
              <a:gd name="connsiteY176" fmla="*/ 5018876 h 6857999"/>
              <a:gd name="connsiteX177" fmla="*/ 10943371 w 12191998"/>
              <a:gd name="connsiteY177" fmla="*/ 5005683 h 6857999"/>
              <a:gd name="connsiteX178" fmla="*/ 10833442 w 12191998"/>
              <a:gd name="connsiteY178" fmla="*/ 4942829 h 6857999"/>
              <a:gd name="connsiteX179" fmla="*/ 10796525 w 12191998"/>
              <a:gd name="connsiteY179" fmla="*/ 4928582 h 6857999"/>
              <a:gd name="connsiteX180" fmla="*/ 10770614 w 12191998"/>
              <a:gd name="connsiteY180" fmla="*/ 4927348 h 6857999"/>
              <a:gd name="connsiteX181" fmla="*/ 10891858 w 12191998"/>
              <a:gd name="connsiteY181" fmla="*/ 4697383 h 6857999"/>
              <a:gd name="connsiteX182" fmla="*/ 10920723 w 12191998"/>
              <a:gd name="connsiteY182" fmla="*/ 4698597 h 6857999"/>
              <a:gd name="connsiteX183" fmla="*/ 10875512 w 12191998"/>
              <a:gd name="connsiteY183" fmla="*/ 4835364 h 6857999"/>
              <a:gd name="connsiteX184" fmla="*/ 10837380 w 12191998"/>
              <a:gd name="connsiteY184" fmla="*/ 4745889 h 6857999"/>
              <a:gd name="connsiteX185" fmla="*/ 10891858 w 12191998"/>
              <a:gd name="connsiteY185" fmla="*/ 4697383 h 6857999"/>
              <a:gd name="connsiteX186" fmla="*/ 10902265 w 12191998"/>
              <a:gd name="connsiteY186" fmla="*/ 4656358 h 6857999"/>
              <a:gd name="connsiteX187" fmla="*/ 10804488 w 12191998"/>
              <a:gd name="connsiteY187" fmla="*/ 4734508 h 6857999"/>
              <a:gd name="connsiteX188" fmla="*/ 10879607 w 12191998"/>
              <a:gd name="connsiteY188" fmla="*/ 4881519 h 6857999"/>
              <a:gd name="connsiteX189" fmla="*/ 11027998 w 12191998"/>
              <a:gd name="connsiteY189" fmla="*/ 4806860 h 6857999"/>
              <a:gd name="connsiteX190" fmla="*/ 10999260 w 12191998"/>
              <a:gd name="connsiteY190" fmla="*/ 4685863 h 6857999"/>
              <a:gd name="connsiteX191" fmla="*/ 10988885 w 12191998"/>
              <a:gd name="connsiteY191" fmla="*/ 4692620 h 6857999"/>
              <a:gd name="connsiteX192" fmla="*/ 10982362 w 12191998"/>
              <a:gd name="connsiteY192" fmla="*/ 4712354 h 6857999"/>
              <a:gd name="connsiteX193" fmla="*/ 10986214 w 12191998"/>
              <a:gd name="connsiteY193" fmla="*/ 4725339 h 6857999"/>
              <a:gd name="connsiteX194" fmla="*/ 10994645 w 12191998"/>
              <a:gd name="connsiteY194" fmla="*/ 4795323 h 6857999"/>
              <a:gd name="connsiteX195" fmla="*/ 10905959 w 12191998"/>
              <a:gd name="connsiteY195" fmla="*/ 4846449 h 6857999"/>
              <a:gd name="connsiteX196" fmla="*/ 10961336 w 12191998"/>
              <a:gd name="connsiteY196" fmla="*/ 4678932 h 6857999"/>
              <a:gd name="connsiteX197" fmla="*/ 10954266 w 12191998"/>
              <a:gd name="connsiteY197" fmla="*/ 4664880 h 6857999"/>
              <a:gd name="connsiteX198" fmla="*/ 10950128 w 12191998"/>
              <a:gd name="connsiteY198" fmla="*/ 4663518 h 6857999"/>
              <a:gd name="connsiteX199" fmla="*/ 10902265 w 12191998"/>
              <a:gd name="connsiteY199" fmla="*/ 4656358 h 6857999"/>
              <a:gd name="connsiteX200" fmla="*/ 10997751 w 12191998"/>
              <a:gd name="connsiteY200" fmla="*/ 4412884 h 6857999"/>
              <a:gd name="connsiteX201" fmla="*/ 11064985 w 12191998"/>
              <a:gd name="connsiteY201" fmla="*/ 4500468 h 6857999"/>
              <a:gd name="connsiteX202" fmla="*/ 10973801 w 12191998"/>
              <a:gd name="connsiteY202" fmla="*/ 4562732 h 6857999"/>
              <a:gd name="connsiteX203" fmla="*/ 10907027 w 12191998"/>
              <a:gd name="connsiteY203" fmla="*/ 4475226 h 6857999"/>
              <a:gd name="connsiteX204" fmla="*/ 10997751 w 12191998"/>
              <a:gd name="connsiteY204" fmla="*/ 4412884 h 6857999"/>
              <a:gd name="connsiteX205" fmla="*/ 10790818 w 12191998"/>
              <a:gd name="connsiteY205" fmla="*/ 4338710 h 6857999"/>
              <a:gd name="connsiteX206" fmla="*/ 10779758 w 12191998"/>
              <a:gd name="connsiteY206" fmla="*/ 4346726 h 6857999"/>
              <a:gd name="connsiteX207" fmla="*/ 10776245 w 12191998"/>
              <a:gd name="connsiteY207" fmla="*/ 4368680 h 6857999"/>
              <a:gd name="connsiteX208" fmla="*/ 10784269 w 12191998"/>
              <a:gd name="connsiteY208" fmla="*/ 4379748 h 6857999"/>
              <a:gd name="connsiteX209" fmla="*/ 10922189 w 12191998"/>
              <a:gd name="connsiteY209" fmla="*/ 4401790 h 6857999"/>
              <a:gd name="connsiteX210" fmla="*/ 10921877 w 12191998"/>
              <a:gd name="connsiteY210" fmla="*/ 4403698 h 6857999"/>
              <a:gd name="connsiteX211" fmla="*/ 10868886 w 12191998"/>
              <a:gd name="connsiteY211" fmla="*/ 4475009 h 6857999"/>
              <a:gd name="connsiteX212" fmla="*/ 10967087 w 12191998"/>
              <a:gd name="connsiteY212" fmla="*/ 4604732 h 6857999"/>
              <a:gd name="connsiteX213" fmla="*/ 11100896 w 12191998"/>
              <a:gd name="connsiteY213" fmla="*/ 4511588 h 6857999"/>
              <a:gd name="connsiteX214" fmla="*/ 11072922 w 12191998"/>
              <a:gd name="connsiteY214" fmla="*/ 4426364 h 6857999"/>
              <a:gd name="connsiteX215" fmla="*/ 11073069 w 12191998"/>
              <a:gd name="connsiteY215" fmla="*/ 4425410 h 6857999"/>
              <a:gd name="connsiteX216" fmla="*/ 11099318 w 12191998"/>
              <a:gd name="connsiteY216" fmla="*/ 4429599 h 6857999"/>
              <a:gd name="connsiteX217" fmla="*/ 11110395 w 12191998"/>
              <a:gd name="connsiteY217" fmla="*/ 4421576 h 6857999"/>
              <a:gd name="connsiteX218" fmla="*/ 11113812 w 12191998"/>
              <a:gd name="connsiteY218" fmla="*/ 4400098 h 6857999"/>
              <a:gd name="connsiteX219" fmla="*/ 11105788 w 12191998"/>
              <a:gd name="connsiteY219" fmla="*/ 4389039 h 6857999"/>
              <a:gd name="connsiteX220" fmla="*/ 10890455 w 12191998"/>
              <a:gd name="connsiteY220" fmla="*/ 2499037 h 6857999"/>
              <a:gd name="connsiteX221" fmla="*/ 11588940 w 12191998"/>
              <a:gd name="connsiteY221" fmla="*/ 4196137 h 6857999"/>
              <a:gd name="connsiteX222" fmla="*/ 10882773 w 12191998"/>
              <a:gd name="connsiteY222" fmla="*/ 5900959 h 6857999"/>
              <a:gd name="connsiteX223" fmla="*/ 9177977 w 12191998"/>
              <a:gd name="connsiteY223" fmla="*/ 6607099 h 6857999"/>
              <a:gd name="connsiteX224" fmla="*/ 7473175 w 12191998"/>
              <a:gd name="connsiteY224" fmla="*/ 5900946 h 6857999"/>
              <a:gd name="connsiteX225" fmla="*/ 7471266 w 12191998"/>
              <a:gd name="connsiteY225" fmla="*/ 5898950 h 6857999"/>
              <a:gd name="connsiteX226" fmla="*/ 7470972 w 12191998"/>
              <a:gd name="connsiteY226" fmla="*/ 5898636 h 6857999"/>
              <a:gd name="connsiteX227" fmla="*/ 7466799 w 12191998"/>
              <a:gd name="connsiteY227" fmla="*/ 5133064 h 6857999"/>
              <a:gd name="connsiteX228" fmla="*/ 8232545 w 12191998"/>
              <a:gd name="connsiteY228" fmla="*/ 5137237 h 6857999"/>
              <a:gd name="connsiteX229" fmla="*/ 8234621 w 12191998"/>
              <a:gd name="connsiteY229" fmla="*/ 5139494 h 6857999"/>
              <a:gd name="connsiteX230" fmla="*/ 9177998 w 12191998"/>
              <a:gd name="connsiteY230" fmla="*/ 5529630 h 6857999"/>
              <a:gd name="connsiteX231" fmla="*/ 10121334 w 12191998"/>
              <a:gd name="connsiteY231" fmla="*/ 5139514 h 6857999"/>
              <a:gd name="connsiteX232" fmla="*/ 10128882 w 12191998"/>
              <a:gd name="connsiteY232" fmla="*/ 3260379 h 6857999"/>
              <a:gd name="connsiteX233" fmla="*/ 10894621 w 12191998"/>
              <a:gd name="connsiteY233" fmla="*/ 3264548 h 6857999"/>
              <a:gd name="connsiteX234" fmla="*/ 10876558 w 12191998"/>
              <a:gd name="connsiteY234" fmla="*/ 2465906 h 6857999"/>
              <a:gd name="connsiteX235" fmla="*/ 10880824 w 12191998"/>
              <a:gd name="connsiteY235" fmla="*/ 3250759 h 6857999"/>
              <a:gd name="connsiteX236" fmla="*/ 10112333 w 12191998"/>
              <a:gd name="connsiteY236" fmla="*/ 3246573 h 6857999"/>
              <a:gd name="connsiteX237" fmla="*/ 10110793 w 12191998"/>
              <a:gd name="connsiteY237" fmla="*/ 3246687 h 6857999"/>
              <a:gd name="connsiteX238" fmla="*/ 10099180 w 12191998"/>
              <a:gd name="connsiteY238" fmla="*/ 3250786 h 6857999"/>
              <a:gd name="connsiteX239" fmla="*/ 10107196 w 12191998"/>
              <a:gd name="connsiteY239" fmla="*/ 3258494 h 6857999"/>
              <a:gd name="connsiteX240" fmla="*/ 10109594 w 12191998"/>
              <a:gd name="connsiteY240" fmla="*/ 3260637 h 6857999"/>
              <a:gd name="connsiteX241" fmla="*/ 10111643 w 12191998"/>
              <a:gd name="connsiteY241" fmla="*/ 3262478 h 6857999"/>
              <a:gd name="connsiteX242" fmla="*/ 10498377 w 12191998"/>
              <a:gd name="connsiteY242" fmla="*/ 4196150 h 6857999"/>
              <a:gd name="connsiteX243" fmla="*/ 10111637 w 12191998"/>
              <a:gd name="connsiteY243" fmla="*/ 5129816 h 6857999"/>
              <a:gd name="connsiteX244" fmla="*/ 8244318 w 12191998"/>
              <a:gd name="connsiteY244" fmla="*/ 5129796 h 6857999"/>
              <a:gd name="connsiteX245" fmla="*/ 8242611 w 12191998"/>
              <a:gd name="connsiteY245" fmla="*/ 5127914 h 6857999"/>
              <a:gd name="connsiteX246" fmla="*/ 8240200 w 12191998"/>
              <a:gd name="connsiteY246" fmla="*/ 5125275 h 6857999"/>
              <a:gd name="connsiteX247" fmla="*/ 8235156 w 12191998"/>
              <a:gd name="connsiteY247" fmla="*/ 5120768 h 6857999"/>
              <a:gd name="connsiteX248" fmla="*/ 8232330 w 12191998"/>
              <a:gd name="connsiteY248" fmla="*/ 5123521 h 6857999"/>
              <a:gd name="connsiteX249" fmla="*/ 7453003 w 12191998"/>
              <a:gd name="connsiteY249" fmla="*/ 5119268 h 6857999"/>
              <a:gd name="connsiteX250" fmla="*/ 7457356 w 12191998"/>
              <a:gd name="connsiteY250" fmla="*/ 5918064 h 6857999"/>
              <a:gd name="connsiteX251" fmla="*/ 7464127 w 12191998"/>
              <a:gd name="connsiteY251" fmla="*/ 5911293 h 6857999"/>
              <a:gd name="connsiteX252" fmla="*/ 8265575 w 12191998"/>
              <a:gd name="connsiteY252" fmla="*/ 6443271 h 6857999"/>
              <a:gd name="connsiteX253" fmla="*/ 9177977 w 12191998"/>
              <a:gd name="connsiteY253" fmla="*/ 6620815 h 6857999"/>
              <a:gd name="connsiteX254" fmla="*/ 9177991 w 12191998"/>
              <a:gd name="connsiteY254" fmla="*/ 6620815 h 6857999"/>
              <a:gd name="connsiteX255" fmla="*/ 10090380 w 12191998"/>
              <a:gd name="connsiteY255" fmla="*/ 6443277 h 6857999"/>
              <a:gd name="connsiteX256" fmla="*/ 10892471 w 12191998"/>
              <a:gd name="connsiteY256" fmla="*/ 5910657 h 6857999"/>
              <a:gd name="connsiteX257" fmla="*/ 11425111 w 12191998"/>
              <a:gd name="connsiteY257" fmla="*/ 5108546 h 6857999"/>
              <a:gd name="connsiteX258" fmla="*/ 11602656 w 12191998"/>
              <a:gd name="connsiteY258" fmla="*/ 4196137 h 6857999"/>
              <a:gd name="connsiteX259" fmla="*/ 11425118 w 12191998"/>
              <a:gd name="connsiteY259" fmla="*/ 3283736 h 6857999"/>
              <a:gd name="connsiteX260" fmla="*/ 10892491 w 12191998"/>
              <a:gd name="connsiteY260" fmla="*/ 2481641 h 6857999"/>
              <a:gd name="connsiteX261" fmla="*/ 10890214 w 12191998"/>
              <a:gd name="connsiteY261" fmla="*/ 2479483 h 6857999"/>
              <a:gd name="connsiteX262" fmla="*/ 10888365 w 12191998"/>
              <a:gd name="connsiteY262" fmla="*/ 2477740 h 6857999"/>
              <a:gd name="connsiteX263" fmla="*/ 6930074 w 12191998"/>
              <a:gd name="connsiteY263" fmla="*/ 250899 h 6857999"/>
              <a:gd name="connsiteX264" fmla="*/ 7781002 w 12191998"/>
              <a:gd name="connsiteY264" fmla="*/ 250899 h 6857999"/>
              <a:gd name="connsiteX265" fmla="*/ 7948313 w 12191998"/>
              <a:gd name="connsiteY265" fmla="*/ 418123 h 6857999"/>
              <a:gd name="connsiteX266" fmla="*/ 7948313 w 12191998"/>
              <a:gd name="connsiteY266" fmla="*/ 2108754 h 6857999"/>
              <a:gd name="connsiteX267" fmla="*/ 7958620 w 12191998"/>
              <a:gd name="connsiteY267" fmla="*/ 2102768 h 6857999"/>
              <a:gd name="connsiteX268" fmla="*/ 9312613 w 12191998"/>
              <a:gd name="connsiteY268" fmla="*/ 1781767 h 6857999"/>
              <a:gd name="connsiteX269" fmla="*/ 10625016 w 12191998"/>
              <a:gd name="connsiteY269" fmla="*/ 2266585 h 6857999"/>
              <a:gd name="connsiteX270" fmla="*/ 10628947 w 12191998"/>
              <a:gd name="connsiteY270" fmla="*/ 2994133 h 6857999"/>
              <a:gd name="connsiteX271" fmla="*/ 9761845 w 12191998"/>
              <a:gd name="connsiteY271" fmla="*/ 2994133 h 6857999"/>
              <a:gd name="connsiteX272" fmla="*/ 8225714 w 12191998"/>
              <a:gd name="connsiteY272" fmla="*/ 3244426 h 6857999"/>
              <a:gd name="connsiteX273" fmla="*/ 7844056 w 12191998"/>
              <a:gd name="connsiteY273" fmla="*/ 4037485 h 6857999"/>
              <a:gd name="connsiteX274" fmla="*/ 8025077 w 12191998"/>
              <a:gd name="connsiteY274" fmla="*/ 4871898 h 6857999"/>
              <a:gd name="connsiteX275" fmla="*/ 7201159 w 12191998"/>
              <a:gd name="connsiteY275" fmla="*/ 4867404 h 6857999"/>
              <a:gd name="connsiteX276" fmla="*/ 7205064 w 12191998"/>
              <a:gd name="connsiteY276" fmla="*/ 5586355 h 6857999"/>
              <a:gd name="connsiteX277" fmla="*/ 6762769 w 12191998"/>
              <a:gd name="connsiteY277" fmla="*/ 4048375 h 6857999"/>
              <a:gd name="connsiteX278" fmla="*/ 6762769 w 12191998"/>
              <a:gd name="connsiteY278" fmla="*/ 418123 h 6857999"/>
              <a:gd name="connsiteX279" fmla="*/ 6930074 w 12191998"/>
              <a:gd name="connsiteY279" fmla="*/ 250899 h 6857999"/>
              <a:gd name="connsiteX280" fmla="*/ 6930074 w 12191998"/>
              <a:gd name="connsiteY280" fmla="*/ 237183 h 6857999"/>
              <a:gd name="connsiteX281" fmla="*/ 6749053 w 12191998"/>
              <a:gd name="connsiteY281" fmla="*/ 418123 h 6857999"/>
              <a:gd name="connsiteX282" fmla="*/ 6749067 w 12191998"/>
              <a:gd name="connsiteY282" fmla="*/ 4047980 h 6857999"/>
              <a:gd name="connsiteX283" fmla="*/ 7206490 w 12191998"/>
              <a:gd name="connsiteY283" fmla="*/ 5611798 h 6857999"/>
              <a:gd name="connsiteX284" fmla="*/ 7219007 w 12191998"/>
              <a:gd name="connsiteY284" fmla="*/ 5629010 h 6857999"/>
              <a:gd name="connsiteX285" fmla="*/ 7214955 w 12191998"/>
              <a:gd name="connsiteY285" fmla="*/ 4881200 h 6857999"/>
              <a:gd name="connsiteX286" fmla="*/ 8049555 w 12191998"/>
              <a:gd name="connsiteY286" fmla="*/ 4885748 h 6857999"/>
              <a:gd name="connsiteX287" fmla="*/ 8043132 w 12191998"/>
              <a:gd name="connsiteY287" fmla="*/ 4875246 h 6857999"/>
              <a:gd name="connsiteX288" fmla="*/ 7857692 w 12191998"/>
              <a:gd name="connsiteY288" fmla="*/ 4039006 h 6857999"/>
              <a:gd name="connsiteX289" fmla="*/ 8235411 w 12191998"/>
              <a:gd name="connsiteY289" fmla="*/ 3254124 h 6857999"/>
              <a:gd name="connsiteX290" fmla="*/ 9757171 w 12191998"/>
              <a:gd name="connsiteY290" fmla="*/ 3007129 h 6857999"/>
              <a:gd name="connsiteX291" fmla="*/ 9758617 w 12191998"/>
              <a:gd name="connsiteY291" fmla="*/ 3007849 h 6857999"/>
              <a:gd name="connsiteX292" fmla="*/ 10642743 w 12191998"/>
              <a:gd name="connsiteY292" fmla="*/ 3007849 h 6857999"/>
              <a:gd name="connsiteX293" fmla="*/ 10638692 w 12191998"/>
              <a:gd name="connsiteY293" fmla="*/ 2259765 h 6857999"/>
              <a:gd name="connsiteX294" fmla="*/ 10636013 w 12191998"/>
              <a:gd name="connsiteY294" fmla="*/ 2257719 h 6857999"/>
              <a:gd name="connsiteX295" fmla="*/ 9313423 w 12191998"/>
              <a:gd name="connsiteY295" fmla="*/ 1768074 h 6857999"/>
              <a:gd name="connsiteX296" fmla="*/ 7962029 w 12191998"/>
              <a:gd name="connsiteY296" fmla="*/ 2084952 h 6857999"/>
              <a:gd name="connsiteX297" fmla="*/ 7962029 w 12191998"/>
              <a:gd name="connsiteY297" fmla="*/ 418123 h 6857999"/>
              <a:gd name="connsiteX298" fmla="*/ 7781002 w 12191998"/>
              <a:gd name="connsiteY298" fmla="*/ 237183 h 6857999"/>
              <a:gd name="connsiteX299" fmla="*/ 0 w 12191998"/>
              <a:gd name="connsiteY299" fmla="*/ 0 h 6857999"/>
              <a:gd name="connsiteX300" fmla="*/ 12191998 w 12191998"/>
              <a:gd name="connsiteY300" fmla="*/ 0 h 6857999"/>
              <a:gd name="connsiteX301" fmla="*/ 12191998 w 12191998"/>
              <a:gd name="connsiteY301" fmla="*/ 6857999 h 6857999"/>
              <a:gd name="connsiteX302" fmla="*/ 0 w 12191998"/>
              <a:gd name="connsiteY302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</a:cxnLst>
            <a:rect l="l" t="t" r="r" b="b"/>
            <a:pathLst>
              <a:path w="12191998" h="6857999">
                <a:moveTo>
                  <a:pt x="9272077" y="5915300"/>
                </a:moveTo>
                <a:cubicBezTo>
                  <a:pt x="9202119" y="5919472"/>
                  <a:pt x="9158375" y="5973877"/>
                  <a:pt x="9162278" y="6039506"/>
                </a:cubicBezTo>
                <a:lnTo>
                  <a:pt x="9162279" y="6039506"/>
                </a:lnTo>
                <a:cubicBezTo>
                  <a:pt x="9166208" y="6105613"/>
                  <a:pt x="9216050" y="6153972"/>
                  <a:pt x="9286025" y="6149808"/>
                </a:cubicBezTo>
                <a:cubicBezTo>
                  <a:pt x="9341515" y="6146512"/>
                  <a:pt x="9382084" y="6112144"/>
                  <a:pt x="9388954" y="6064766"/>
                </a:cubicBezTo>
                <a:cubicBezTo>
                  <a:pt x="9390047" y="6058885"/>
                  <a:pt x="9385511" y="6055771"/>
                  <a:pt x="9379239" y="6056144"/>
                </a:cubicBezTo>
                <a:lnTo>
                  <a:pt x="9355593" y="6057549"/>
                </a:lnTo>
                <a:cubicBezTo>
                  <a:pt x="9349807" y="6057896"/>
                  <a:pt x="9347083" y="6060958"/>
                  <a:pt x="9345947" y="6066353"/>
                </a:cubicBezTo>
                <a:cubicBezTo>
                  <a:pt x="9338418" y="6094397"/>
                  <a:pt x="9315656" y="6110765"/>
                  <a:pt x="9284291" y="6112630"/>
                </a:cubicBezTo>
                <a:cubicBezTo>
                  <a:pt x="9238456" y="6115363"/>
                  <a:pt x="9207497" y="6083294"/>
                  <a:pt x="9204739" y="6036973"/>
                </a:cubicBezTo>
                <a:cubicBezTo>
                  <a:pt x="9202015" y="5991139"/>
                  <a:pt x="9228958" y="5955644"/>
                  <a:pt x="9274801" y="5952911"/>
                </a:cubicBezTo>
                <a:cubicBezTo>
                  <a:pt x="9306653" y="5951020"/>
                  <a:pt x="9331175" y="5964569"/>
                  <a:pt x="9341497" y="5991555"/>
                </a:cubicBezTo>
                <a:cubicBezTo>
                  <a:pt x="9343258" y="5996777"/>
                  <a:pt x="9346806" y="5999466"/>
                  <a:pt x="9352600" y="5999128"/>
                </a:cubicBezTo>
                <a:lnTo>
                  <a:pt x="9376255" y="5997731"/>
                </a:lnTo>
                <a:cubicBezTo>
                  <a:pt x="9382526" y="5997349"/>
                  <a:pt x="9386161" y="5993264"/>
                  <a:pt x="9384817" y="5987044"/>
                </a:cubicBezTo>
                <a:cubicBezTo>
                  <a:pt x="9371892" y="5940845"/>
                  <a:pt x="9327566" y="5912003"/>
                  <a:pt x="9272077" y="5915300"/>
                </a:cubicBezTo>
                <a:close/>
                <a:moveTo>
                  <a:pt x="8975140" y="5853322"/>
                </a:moveTo>
                <a:lnTo>
                  <a:pt x="8976103" y="5853444"/>
                </a:lnTo>
                <a:lnTo>
                  <a:pt x="9024410" y="6027883"/>
                </a:lnTo>
                <a:lnTo>
                  <a:pt x="8887600" y="6011974"/>
                </a:lnTo>
                <a:close/>
                <a:moveTo>
                  <a:pt x="9479479" y="5830778"/>
                </a:moveTo>
                <a:lnTo>
                  <a:pt x="9457203" y="5835228"/>
                </a:lnTo>
                <a:cubicBezTo>
                  <a:pt x="9451036" y="5836451"/>
                  <a:pt x="9448390" y="5840424"/>
                  <a:pt x="9449613" y="5846600"/>
                </a:cubicBezTo>
                <a:lnTo>
                  <a:pt x="9460014" y="5898741"/>
                </a:lnTo>
                <a:lnTo>
                  <a:pt x="9417822" y="5907147"/>
                </a:lnTo>
                <a:cubicBezTo>
                  <a:pt x="9411655" y="5908378"/>
                  <a:pt x="9409477" y="5912273"/>
                  <a:pt x="9410701" y="5918431"/>
                </a:cubicBezTo>
                <a:lnTo>
                  <a:pt x="9413919" y="5934548"/>
                </a:lnTo>
                <a:cubicBezTo>
                  <a:pt x="9415142" y="5940707"/>
                  <a:pt x="9418655" y="5943457"/>
                  <a:pt x="9424814" y="5942225"/>
                </a:cubicBezTo>
                <a:lnTo>
                  <a:pt x="9467005" y="5933820"/>
                </a:lnTo>
                <a:lnTo>
                  <a:pt x="9488734" y="6042847"/>
                </a:lnTo>
                <a:cubicBezTo>
                  <a:pt x="9499898" y="6098787"/>
                  <a:pt x="9532973" y="6118807"/>
                  <a:pt x="9584160" y="6108606"/>
                </a:cubicBezTo>
                <a:cubicBezTo>
                  <a:pt x="9599817" y="6105474"/>
                  <a:pt x="9614034" y="6100183"/>
                  <a:pt x="9626646" y="6091743"/>
                </a:cubicBezTo>
                <a:cubicBezTo>
                  <a:pt x="9631382" y="6088343"/>
                  <a:pt x="9632623" y="6084648"/>
                  <a:pt x="9631677" y="6079903"/>
                </a:cubicBezTo>
                <a:lnTo>
                  <a:pt x="9628277" y="6062840"/>
                </a:lnTo>
                <a:cubicBezTo>
                  <a:pt x="9626863" y="6055728"/>
                  <a:pt x="9622118" y="6054201"/>
                  <a:pt x="9616055" y="6058373"/>
                </a:cubicBezTo>
                <a:cubicBezTo>
                  <a:pt x="9605993" y="6064818"/>
                  <a:pt x="9595376" y="6068410"/>
                  <a:pt x="9583995" y="6070682"/>
                </a:cubicBezTo>
                <a:cubicBezTo>
                  <a:pt x="9553184" y="6076832"/>
                  <a:pt x="9536026" y="6067429"/>
                  <a:pt x="9529130" y="6032827"/>
                </a:cubicBezTo>
                <a:lnTo>
                  <a:pt x="9507774" y="5925683"/>
                </a:lnTo>
                <a:lnTo>
                  <a:pt x="9585044" y="5910278"/>
                </a:lnTo>
                <a:cubicBezTo>
                  <a:pt x="9591212" y="5909063"/>
                  <a:pt x="9593857" y="5905073"/>
                  <a:pt x="9592626" y="5898906"/>
                </a:cubicBezTo>
                <a:lnTo>
                  <a:pt x="9589425" y="5882798"/>
                </a:lnTo>
                <a:cubicBezTo>
                  <a:pt x="9588193" y="5876639"/>
                  <a:pt x="9584203" y="5873976"/>
                  <a:pt x="9578053" y="5875199"/>
                </a:cubicBezTo>
                <a:lnTo>
                  <a:pt x="9500774" y="5890605"/>
                </a:lnTo>
                <a:lnTo>
                  <a:pt x="9490382" y="5838464"/>
                </a:lnTo>
                <a:cubicBezTo>
                  <a:pt x="9489151" y="5832305"/>
                  <a:pt x="9485178" y="5829650"/>
                  <a:pt x="9479479" y="5830778"/>
                </a:cubicBezTo>
                <a:close/>
                <a:moveTo>
                  <a:pt x="9783563" y="5809222"/>
                </a:moveTo>
                <a:lnTo>
                  <a:pt x="9762736" y="5817029"/>
                </a:lnTo>
                <a:cubicBezTo>
                  <a:pt x="9756864" y="5819233"/>
                  <a:pt x="9754877" y="5823587"/>
                  <a:pt x="9757089" y="5829468"/>
                </a:cubicBezTo>
                <a:lnTo>
                  <a:pt x="9829398" y="6022280"/>
                </a:lnTo>
                <a:cubicBezTo>
                  <a:pt x="9831610" y="6028169"/>
                  <a:pt x="9835956" y="6030147"/>
                  <a:pt x="9841845" y="6027944"/>
                </a:cubicBezTo>
                <a:lnTo>
                  <a:pt x="9862663" y="6020128"/>
                </a:lnTo>
                <a:cubicBezTo>
                  <a:pt x="9868545" y="6017925"/>
                  <a:pt x="9870522" y="6013571"/>
                  <a:pt x="9868328" y="6007690"/>
                </a:cubicBezTo>
                <a:lnTo>
                  <a:pt x="9796011" y="5814878"/>
                </a:lnTo>
                <a:cubicBezTo>
                  <a:pt x="9793816" y="5808988"/>
                  <a:pt x="9789444" y="5807002"/>
                  <a:pt x="9783563" y="5809222"/>
                </a:cubicBezTo>
                <a:close/>
                <a:moveTo>
                  <a:pt x="8969398" y="5798171"/>
                </a:moveTo>
                <a:cubicBezTo>
                  <a:pt x="8964115" y="5797547"/>
                  <a:pt x="8960056" y="5799030"/>
                  <a:pt x="8957514" y="5804079"/>
                </a:cubicBezTo>
                <a:lnTo>
                  <a:pt x="8787577" y="6106403"/>
                </a:lnTo>
                <a:cubicBezTo>
                  <a:pt x="8783917" y="6112787"/>
                  <a:pt x="8786293" y="6117436"/>
                  <a:pt x="8793493" y="6118277"/>
                </a:cubicBezTo>
                <a:lnTo>
                  <a:pt x="8818934" y="6121244"/>
                </a:lnTo>
                <a:cubicBezTo>
                  <a:pt x="8824217" y="6121851"/>
                  <a:pt x="8828285" y="6120376"/>
                  <a:pt x="8830818" y="6115320"/>
                </a:cubicBezTo>
                <a:lnTo>
                  <a:pt x="8867172" y="6049482"/>
                </a:lnTo>
                <a:lnTo>
                  <a:pt x="9035670" y="6069095"/>
                </a:lnTo>
                <a:lnTo>
                  <a:pt x="9055950" y="6141516"/>
                </a:lnTo>
                <a:cubicBezTo>
                  <a:pt x="9057260" y="6147015"/>
                  <a:pt x="9060886" y="6149384"/>
                  <a:pt x="9066159" y="6149999"/>
                </a:cubicBezTo>
                <a:lnTo>
                  <a:pt x="9092078" y="6153018"/>
                </a:lnTo>
                <a:cubicBezTo>
                  <a:pt x="9098792" y="6153799"/>
                  <a:pt x="9102183" y="6149808"/>
                  <a:pt x="9100084" y="6142756"/>
                </a:cubicBezTo>
                <a:lnTo>
                  <a:pt x="9004078" y="5809500"/>
                </a:lnTo>
                <a:cubicBezTo>
                  <a:pt x="9002777" y="5804000"/>
                  <a:pt x="8999159" y="5801624"/>
                  <a:pt x="8993877" y="5801008"/>
                </a:cubicBezTo>
                <a:close/>
                <a:moveTo>
                  <a:pt x="9737347" y="5717622"/>
                </a:moveTo>
                <a:cubicBezTo>
                  <a:pt x="9721048" y="5723729"/>
                  <a:pt x="9713692" y="5739906"/>
                  <a:pt x="9719807" y="5756206"/>
                </a:cubicBezTo>
                <a:cubicBezTo>
                  <a:pt x="9725740" y="5772045"/>
                  <a:pt x="9742091" y="5779851"/>
                  <a:pt x="9758382" y="5773745"/>
                </a:cubicBezTo>
                <a:cubicBezTo>
                  <a:pt x="9774681" y="5767629"/>
                  <a:pt x="9781871" y="5751001"/>
                  <a:pt x="9775930" y="5735162"/>
                </a:cubicBezTo>
                <a:cubicBezTo>
                  <a:pt x="9769814" y="5718863"/>
                  <a:pt x="9753637" y="5711507"/>
                  <a:pt x="9737347" y="5717622"/>
                </a:cubicBezTo>
                <a:close/>
                <a:moveTo>
                  <a:pt x="10003746" y="5709721"/>
                </a:moveTo>
                <a:cubicBezTo>
                  <a:pt x="9991972" y="5710981"/>
                  <a:pt x="9979723" y="5714764"/>
                  <a:pt x="9967241" y="5721144"/>
                </a:cubicBezTo>
                <a:cubicBezTo>
                  <a:pt x="9934530" y="5737859"/>
                  <a:pt x="9915751" y="5764827"/>
                  <a:pt x="9915794" y="5793583"/>
                </a:cubicBezTo>
                <a:lnTo>
                  <a:pt x="9914935" y="5794025"/>
                </a:lnTo>
                <a:lnTo>
                  <a:pt x="9902834" y="5770344"/>
                </a:lnTo>
                <a:cubicBezTo>
                  <a:pt x="9899963" y="5764758"/>
                  <a:pt x="9895418" y="5763283"/>
                  <a:pt x="9889823" y="5766146"/>
                </a:cubicBezTo>
                <a:lnTo>
                  <a:pt x="9870454" y="5776035"/>
                </a:lnTo>
                <a:cubicBezTo>
                  <a:pt x="9864858" y="5778897"/>
                  <a:pt x="9863393" y="5783460"/>
                  <a:pt x="9866255" y="5789046"/>
                </a:cubicBezTo>
                <a:lnTo>
                  <a:pt x="9959963" y="5972385"/>
                </a:lnTo>
                <a:cubicBezTo>
                  <a:pt x="9962826" y="5977989"/>
                  <a:pt x="9967379" y="5979454"/>
                  <a:pt x="9972974" y="5976601"/>
                </a:cubicBezTo>
                <a:lnTo>
                  <a:pt x="9992760" y="5966486"/>
                </a:lnTo>
                <a:cubicBezTo>
                  <a:pt x="9998364" y="5963624"/>
                  <a:pt x="9999838" y="5959061"/>
                  <a:pt x="9996967" y="5953475"/>
                </a:cubicBezTo>
                <a:lnTo>
                  <a:pt x="9944844" y="5851466"/>
                </a:lnTo>
                <a:cubicBezTo>
                  <a:pt x="9925925" y="5814453"/>
                  <a:pt x="9938139" y="5778906"/>
                  <a:pt x="9975585" y="5759761"/>
                </a:cubicBezTo>
                <a:cubicBezTo>
                  <a:pt x="10009580" y="5742378"/>
                  <a:pt x="10037563" y="5752510"/>
                  <a:pt x="10057583" y="5791674"/>
                </a:cubicBezTo>
                <a:lnTo>
                  <a:pt x="10110592" y="5895401"/>
                </a:lnTo>
                <a:cubicBezTo>
                  <a:pt x="10113454" y="5900996"/>
                  <a:pt x="10118008" y="5902462"/>
                  <a:pt x="10123603" y="5899608"/>
                </a:cubicBezTo>
                <a:lnTo>
                  <a:pt x="10143823" y="5889268"/>
                </a:lnTo>
                <a:cubicBezTo>
                  <a:pt x="10148992" y="5886622"/>
                  <a:pt x="10150467" y="5882069"/>
                  <a:pt x="10147604" y="5876473"/>
                </a:cubicBezTo>
                <a:lnTo>
                  <a:pt x="10090415" y="5764576"/>
                </a:lnTo>
                <a:cubicBezTo>
                  <a:pt x="10070124" y="5724878"/>
                  <a:pt x="10039069" y="5705942"/>
                  <a:pt x="10003746" y="5709721"/>
                </a:cubicBezTo>
                <a:close/>
                <a:moveTo>
                  <a:pt x="10412356" y="5474319"/>
                </a:moveTo>
                <a:cubicBezTo>
                  <a:pt x="10431734" y="5476018"/>
                  <a:pt x="10450705" y="5485694"/>
                  <a:pt x="10465854" y="5502292"/>
                </a:cubicBezTo>
                <a:cubicBezTo>
                  <a:pt x="10496483" y="5535862"/>
                  <a:pt x="10497801" y="5581765"/>
                  <a:pt x="10464241" y="5612386"/>
                </a:cubicBezTo>
                <a:cubicBezTo>
                  <a:pt x="10430324" y="5643336"/>
                  <a:pt x="10384732" y="5637827"/>
                  <a:pt x="10354112" y="5604267"/>
                </a:cubicBezTo>
                <a:cubicBezTo>
                  <a:pt x="10323804" y="5571062"/>
                  <a:pt x="10322486" y="5525158"/>
                  <a:pt x="10356411" y="5494208"/>
                </a:cubicBezTo>
                <a:cubicBezTo>
                  <a:pt x="10373192" y="5478898"/>
                  <a:pt x="10392978" y="5472620"/>
                  <a:pt x="10412356" y="5474319"/>
                </a:cubicBezTo>
                <a:close/>
                <a:moveTo>
                  <a:pt x="10157606" y="5472254"/>
                </a:moveTo>
                <a:cubicBezTo>
                  <a:pt x="10148393" y="5475116"/>
                  <a:pt x="10138843" y="5479983"/>
                  <a:pt x="10129709" y="5486332"/>
                </a:cubicBezTo>
                <a:cubicBezTo>
                  <a:pt x="10084456" y="5517759"/>
                  <a:pt x="10078323" y="5561442"/>
                  <a:pt x="10116082" y="5615830"/>
                </a:cubicBezTo>
                <a:lnTo>
                  <a:pt x="10127393" y="5632112"/>
                </a:lnTo>
                <a:lnTo>
                  <a:pt x="10092453" y="5656365"/>
                </a:lnTo>
                <a:cubicBezTo>
                  <a:pt x="10087691" y="5659678"/>
                  <a:pt x="10086841" y="5664389"/>
                  <a:pt x="10090432" y="5669550"/>
                </a:cubicBezTo>
                <a:lnTo>
                  <a:pt x="10099800" y="5683038"/>
                </a:lnTo>
                <a:cubicBezTo>
                  <a:pt x="10103392" y="5688208"/>
                  <a:pt x="10108084" y="5689050"/>
                  <a:pt x="10112846" y="5685745"/>
                </a:cubicBezTo>
                <a:lnTo>
                  <a:pt x="10147786" y="5661483"/>
                </a:lnTo>
                <a:lnTo>
                  <a:pt x="10250342" y="5809162"/>
                </a:lnTo>
                <a:cubicBezTo>
                  <a:pt x="10253924" y="5814323"/>
                  <a:pt x="10258643" y="5815165"/>
                  <a:pt x="10263405" y="5811868"/>
                </a:cubicBezTo>
                <a:lnTo>
                  <a:pt x="10282055" y="5798900"/>
                </a:lnTo>
                <a:cubicBezTo>
                  <a:pt x="10287216" y="5795326"/>
                  <a:pt x="10288075" y="5790616"/>
                  <a:pt x="10284492" y="5785446"/>
                </a:cubicBezTo>
                <a:lnTo>
                  <a:pt x="10181937" y="5637767"/>
                </a:lnTo>
                <a:lnTo>
                  <a:pt x="10239100" y="5598074"/>
                </a:lnTo>
                <a:cubicBezTo>
                  <a:pt x="10243862" y="5594760"/>
                  <a:pt x="10244712" y="5590059"/>
                  <a:pt x="10241121" y="5584906"/>
                </a:cubicBezTo>
                <a:lnTo>
                  <a:pt x="10231753" y="5571400"/>
                </a:lnTo>
                <a:cubicBezTo>
                  <a:pt x="10228162" y="5566239"/>
                  <a:pt x="10223461" y="5565398"/>
                  <a:pt x="10218698" y="5568703"/>
                </a:cubicBezTo>
                <a:lnTo>
                  <a:pt x="10161535" y="5608405"/>
                </a:lnTo>
                <a:lnTo>
                  <a:pt x="10149677" y="5591334"/>
                </a:lnTo>
                <a:cubicBezTo>
                  <a:pt x="10124314" y="5554815"/>
                  <a:pt x="10127792" y="5533555"/>
                  <a:pt x="10157181" y="5513153"/>
                </a:cubicBezTo>
                <a:cubicBezTo>
                  <a:pt x="10163122" y="5509024"/>
                  <a:pt x="10168561" y="5505832"/>
                  <a:pt x="10175345" y="5502892"/>
                </a:cubicBezTo>
                <a:cubicBezTo>
                  <a:pt x="10181729" y="5500220"/>
                  <a:pt x="10183246" y="5495631"/>
                  <a:pt x="10179404" y="5490071"/>
                </a:cubicBezTo>
                <a:lnTo>
                  <a:pt x="10169749" y="5476183"/>
                </a:lnTo>
                <a:cubicBezTo>
                  <a:pt x="10166705" y="5471812"/>
                  <a:pt x="10162801" y="5470415"/>
                  <a:pt x="10157606" y="5472254"/>
                </a:cubicBezTo>
                <a:close/>
                <a:moveTo>
                  <a:pt x="10415878" y="5434795"/>
                </a:moveTo>
                <a:cubicBezTo>
                  <a:pt x="10386049" y="5433473"/>
                  <a:pt x="10355639" y="5443884"/>
                  <a:pt x="10331004" y="5466363"/>
                </a:cubicBezTo>
                <a:cubicBezTo>
                  <a:pt x="10281361" y="5511652"/>
                  <a:pt x="10278057" y="5584030"/>
                  <a:pt x="10322694" y="5632944"/>
                </a:cubicBezTo>
                <a:cubicBezTo>
                  <a:pt x="10367323" y="5681849"/>
                  <a:pt x="10439701" y="5685171"/>
                  <a:pt x="10489335" y="5639883"/>
                </a:cubicBezTo>
                <a:cubicBezTo>
                  <a:pt x="10538597" y="5594916"/>
                  <a:pt x="10541919" y="5522547"/>
                  <a:pt x="10497272" y="5473624"/>
                </a:cubicBezTo>
                <a:cubicBezTo>
                  <a:pt x="10474958" y="5449171"/>
                  <a:pt x="10445708" y="5436116"/>
                  <a:pt x="10415878" y="5434795"/>
                </a:cubicBezTo>
                <a:close/>
                <a:moveTo>
                  <a:pt x="10539360" y="5244424"/>
                </a:moveTo>
                <a:cubicBezTo>
                  <a:pt x="10536202" y="5247452"/>
                  <a:pt x="10533036" y="5250479"/>
                  <a:pt x="10529940" y="5254192"/>
                </a:cubicBezTo>
                <a:cubicBezTo>
                  <a:pt x="10508861" y="5279408"/>
                  <a:pt x="10504116" y="5310713"/>
                  <a:pt x="10520606" y="5341498"/>
                </a:cubicBezTo>
                <a:lnTo>
                  <a:pt x="10520303" y="5341871"/>
                </a:lnTo>
                <a:lnTo>
                  <a:pt x="10493221" y="5319248"/>
                </a:lnTo>
                <a:cubicBezTo>
                  <a:pt x="10488390" y="5315215"/>
                  <a:pt x="10483636" y="5315640"/>
                  <a:pt x="10479603" y="5320463"/>
                </a:cubicBezTo>
                <a:lnTo>
                  <a:pt x="10465663" y="5337152"/>
                </a:lnTo>
                <a:cubicBezTo>
                  <a:pt x="10461630" y="5341975"/>
                  <a:pt x="10462055" y="5346746"/>
                  <a:pt x="10466878" y="5350771"/>
                </a:cubicBezTo>
                <a:lnTo>
                  <a:pt x="10624888" y="5482793"/>
                </a:lnTo>
                <a:cubicBezTo>
                  <a:pt x="10629720" y="5486818"/>
                  <a:pt x="10634490" y="5486401"/>
                  <a:pt x="10638506" y="5481570"/>
                </a:cubicBezTo>
                <a:lnTo>
                  <a:pt x="10652767" y="5464508"/>
                </a:lnTo>
                <a:cubicBezTo>
                  <a:pt x="10656800" y="5459693"/>
                  <a:pt x="10656376" y="5454923"/>
                  <a:pt x="10651552" y="5450897"/>
                </a:cubicBezTo>
                <a:lnTo>
                  <a:pt x="10583668" y="5394185"/>
                </a:lnTo>
                <a:cubicBezTo>
                  <a:pt x="10534337" y="5352957"/>
                  <a:pt x="10530798" y="5313471"/>
                  <a:pt x="10559310" y="5279347"/>
                </a:cubicBezTo>
                <a:cubicBezTo>
                  <a:pt x="10562398" y="5275643"/>
                  <a:pt x="10564879" y="5272676"/>
                  <a:pt x="10567430" y="5270386"/>
                </a:cubicBezTo>
                <a:cubicBezTo>
                  <a:pt x="10571819" y="5265867"/>
                  <a:pt x="10572443" y="5261356"/>
                  <a:pt x="10567629" y="5257331"/>
                </a:cubicBezTo>
                <a:lnTo>
                  <a:pt x="10553152" y="5245248"/>
                </a:lnTo>
                <a:cubicBezTo>
                  <a:pt x="10549084" y="5241831"/>
                  <a:pt x="10544191" y="5240903"/>
                  <a:pt x="10539360" y="5244424"/>
                </a:cubicBezTo>
                <a:close/>
                <a:moveTo>
                  <a:pt x="10770614" y="4927348"/>
                </a:moveTo>
                <a:cubicBezTo>
                  <a:pt x="10745749" y="4930088"/>
                  <a:pt x="10724387" y="4944651"/>
                  <a:pt x="10709817" y="4970144"/>
                </a:cubicBezTo>
                <a:cubicBezTo>
                  <a:pt x="10692069" y="5001198"/>
                  <a:pt x="10691879" y="5035600"/>
                  <a:pt x="10710936" y="5062655"/>
                </a:cubicBezTo>
                <a:lnTo>
                  <a:pt x="10710216" y="5063905"/>
                </a:lnTo>
                <a:cubicBezTo>
                  <a:pt x="10677731" y="5060357"/>
                  <a:pt x="10649843" y="5075051"/>
                  <a:pt x="10633059" y="5104413"/>
                </a:cubicBezTo>
                <a:cubicBezTo>
                  <a:pt x="10616500" y="5133368"/>
                  <a:pt x="10616916" y="5164777"/>
                  <a:pt x="10634230" y="5188042"/>
                </a:cubicBezTo>
                <a:lnTo>
                  <a:pt x="10633510" y="5189308"/>
                </a:lnTo>
                <a:lnTo>
                  <a:pt x="10609178" y="5175395"/>
                </a:lnTo>
                <a:cubicBezTo>
                  <a:pt x="10603731" y="5172272"/>
                  <a:pt x="10599099" y="5173538"/>
                  <a:pt x="10595993" y="5178986"/>
                </a:cubicBezTo>
                <a:lnTo>
                  <a:pt x="10585437" y="5197445"/>
                </a:lnTo>
                <a:cubicBezTo>
                  <a:pt x="10582314" y="5202901"/>
                  <a:pt x="10583572" y="5207524"/>
                  <a:pt x="10589028" y="5210638"/>
                </a:cubicBezTo>
                <a:lnTo>
                  <a:pt x="10767778" y="5312830"/>
                </a:lnTo>
                <a:cubicBezTo>
                  <a:pt x="10773226" y="5315952"/>
                  <a:pt x="10777849" y="5314695"/>
                  <a:pt x="10780963" y="5309230"/>
                </a:cubicBezTo>
                <a:lnTo>
                  <a:pt x="10791997" y="5289930"/>
                </a:lnTo>
                <a:cubicBezTo>
                  <a:pt x="10795120" y="5284482"/>
                  <a:pt x="10793853" y="5279867"/>
                  <a:pt x="10788406" y="5276744"/>
                </a:cubicBezTo>
                <a:lnTo>
                  <a:pt x="10688964" y="5219893"/>
                </a:lnTo>
                <a:cubicBezTo>
                  <a:pt x="10652879" y="5199266"/>
                  <a:pt x="10643415" y="5163225"/>
                  <a:pt x="10660929" y="5132596"/>
                </a:cubicBezTo>
                <a:cubicBezTo>
                  <a:pt x="10676751" y="5104908"/>
                  <a:pt x="10705523" y="5097422"/>
                  <a:pt x="10744141" y="5119489"/>
                </a:cubicBezTo>
                <a:lnTo>
                  <a:pt x="10845257" y="5177303"/>
                </a:lnTo>
                <a:cubicBezTo>
                  <a:pt x="10850722" y="5180417"/>
                  <a:pt x="10855328" y="5179159"/>
                  <a:pt x="10858450" y="5173703"/>
                </a:cubicBezTo>
                <a:lnTo>
                  <a:pt x="10869493" y="5154403"/>
                </a:lnTo>
                <a:cubicBezTo>
                  <a:pt x="10872607" y="5148947"/>
                  <a:pt x="10871349" y="5144332"/>
                  <a:pt x="10865893" y="5141218"/>
                </a:cubicBezTo>
                <a:lnTo>
                  <a:pt x="10766451" y="5084358"/>
                </a:lnTo>
                <a:cubicBezTo>
                  <a:pt x="10729941" y="5063497"/>
                  <a:pt x="10720894" y="5027698"/>
                  <a:pt x="10738407" y="4997070"/>
                </a:cubicBezTo>
                <a:cubicBezTo>
                  <a:pt x="10754481" y="4968956"/>
                  <a:pt x="10783019" y="4961887"/>
                  <a:pt x="10821620" y="4983954"/>
                </a:cubicBezTo>
                <a:lnTo>
                  <a:pt x="10922744" y="5041768"/>
                </a:lnTo>
                <a:cubicBezTo>
                  <a:pt x="10928192" y="5044891"/>
                  <a:pt x="10932815" y="5043633"/>
                  <a:pt x="10935686" y="5038602"/>
                </a:cubicBezTo>
                <a:lnTo>
                  <a:pt x="10946963" y="5018876"/>
                </a:lnTo>
                <a:cubicBezTo>
                  <a:pt x="10950094" y="5013420"/>
                  <a:pt x="10948819" y="5008797"/>
                  <a:pt x="10943371" y="5005683"/>
                </a:cubicBezTo>
                <a:lnTo>
                  <a:pt x="10833442" y="4942829"/>
                </a:lnTo>
                <a:cubicBezTo>
                  <a:pt x="10820854" y="4935634"/>
                  <a:pt x="10808452" y="4930911"/>
                  <a:pt x="10796525" y="4928582"/>
                </a:cubicBezTo>
                <a:cubicBezTo>
                  <a:pt x="10787580" y="4926835"/>
                  <a:pt x="10778902" y="4926435"/>
                  <a:pt x="10770614" y="4927348"/>
                </a:cubicBezTo>
                <a:close/>
                <a:moveTo>
                  <a:pt x="10891858" y="4697383"/>
                </a:moveTo>
                <a:cubicBezTo>
                  <a:pt x="10900645" y="4696286"/>
                  <a:pt x="10910286" y="4696674"/>
                  <a:pt x="10920723" y="4698597"/>
                </a:cubicBezTo>
                <a:lnTo>
                  <a:pt x="10875512" y="4835364"/>
                </a:lnTo>
                <a:cubicBezTo>
                  <a:pt x="10837407" y="4816662"/>
                  <a:pt x="10824638" y="4784446"/>
                  <a:pt x="10837380" y="4745889"/>
                </a:cubicBezTo>
                <a:cubicBezTo>
                  <a:pt x="10846820" y="4717316"/>
                  <a:pt x="10865497" y="4700672"/>
                  <a:pt x="10891858" y="4697383"/>
                </a:cubicBezTo>
                <a:close/>
                <a:moveTo>
                  <a:pt x="10902265" y="4656358"/>
                </a:moveTo>
                <a:cubicBezTo>
                  <a:pt x="10856889" y="4658278"/>
                  <a:pt x="10820303" y="4686659"/>
                  <a:pt x="10804488" y="4734508"/>
                </a:cubicBezTo>
                <a:cubicBezTo>
                  <a:pt x="10782646" y="4800597"/>
                  <a:pt x="10814437" y="4859981"/>
                  <a:pt x="10879607" y="4881519"/>
                </a:cubicBezTo>
                <a:cubicBezTo>
                  <a:pt x="10945705" y="4903370"/>
                  <a:pt x="11005696" y="4874328"/>
                  <a:pt x="11027998" y="4806860"/>
                </a:cubicBezTo>
                <a:cubicBezTo>
                  <a:pt x="11045441" y="4754068"/>
                  <a:pt x="11030192" y="4709327"/>
                  <a:pt x="10999260" y="4685863"/>
                </a:cubicBezTo>
                <a:cubicBezTo>
                  <a:pt x="10994975" y="4683425"/>
                  <a:pt x="10991002" y="4686193"/>
                  <a:pt x="10988885" y="4692620"/>
                </a:cubicBezTo>
                <a:lnTo>
                  <a:pt x="10982362" y="4712354"/>
                </a:lnTo>
                <a:cubicBezTo>
                  <a:pt x="10980697" y="4717402"/>
                  <a:pt x="10981928" y="4721375"/>
                  <a:pt x="10986214" y="4725339"/>
                </a:cubicBezTo>
                <a:cubicBezTo>
                  <a:pt x="11000309" y="4739669"/>
                  <a:pt x="11004499" y="4765492"/>
                  <a:pt x="10994645" y="4795323"/>
                </a:cubicBezTo>
                <a:cubicBezTo>
                  <a:pt x="10981000" y="4836630"/>
                  <a:pt x="10950172" y="4855965"/>
                  <a:pt x="10905959" y="4846449"/>
                </a:cubicBezTo>
                <a:lnTo>
                  <a:pt x="10961336" y="4678932"/>
                </a:lnTo>
                <a:cubicBezTo>
                  <a:pt x="10963296" y="4672964"/>
                  <a:pt x="10962064" y="4667456"/>
                  <a:pt x="10954266" y="4664880"/>
                </a:cubicBezTo>
                <a:lnTo>
                  <a:pt x="10950128" y="4663518"/>
                </a:lnTo>
                <a:cubicBezTo>
                  <a:pt x="10933493" y="4658019"/>
                  <a:pt x="10917391" y="4655718"/>
                  <a:pt x="10902265" y="4656358"/>
                </a:cubicBezTo>
                <a:close/>
                <a:moveTo>
                  <a:pt x="10997751" y="4412884"/>
                </a:moveTo>
                <a:cubicBezTo>
                  <a:pt x="11042605" y="4420049"/>
                  <a:pt x="11072236" y="4455128"/>
                  <a:pt x="11064985" y="4500468"/>
                </a:cubicBezTo>
                <a:cubicBezTo>
                  <a:pt x="11057829" y="4545331"/>
                  <a:pt x="11018656" y="4569897"/>
                  <a:pt x="10973801" y="4562732"/>
                </a:cubicBezTo>
                <a:cubicBezTo>
                  <a:pt x="10929415" y="4555636"/>
                  <a:pt x="10899862" y="4520081"/>
                  <a:pt x="10907027" y="4475226"/>
                </a:cubicBezTo>
                <a:cubicBezTo>
                  <a:pt x="10914270" y="4429886"/>
                  <a:pt x="10953356" y="4405788"/>
                  <a:pt x="10997751" y="4412884"/>
                </a:cubicBezTo>
                <a:close/>
                <a:moveTo>
                  <a:pt x="10790818" y="4338710"/>
                </a:moveTo>
                <a:cubicBezTo>
                  <a:pt x="10784616" y="4337722"/>
                  <a:pt x="10780747" y="4340524"/>
                  <a:pt x="10779758" y="4346726"/>
                </a:cubicBezTo>
                <a:lnTo>
                  <a:pt x="10776245" y="4368680"/>
                </a:lnTo>
                <a:cubicBezTo>
                  <a:pt x="10775256" y="4374891"/>
                  <a:pt x="10778067" y="4378760"/>
                  <a:pt x="10784269" y="4379748"/>
                </a:cubicBezTo>
                <a:lnTo>
                  <a:pt x="10922189" y="4401790"/>
                </a:lnTo>
                <a:lnTo>
                  <a:pt x="10921877" y="4403698"/>
                </a:lnTo>
                <a:cubicBezTo>
                  <a:pt x="10894605" y="4412060"/>
                  <a:pt x="10874221" y="4441605"/>
                  <a:pt x="10868886" y="4475009"/>
                </a:cubicBezTo>
                <a:cubicBezTo>
                  <a:pt x="10859058" y="4536561"/>
                  <a:pt x="10901718" y="4594280"/>
                  <a:pt x="10967087" y="4604732"/>
                </a:cubicBezTo>
                <a:cubicBezTo>
                  <a:pt x="11032474" y="4615176"/>
                  <a:pt x="11090990" y="4573627"/>
                  <a:pt x="11100896" y="4511588"/>
                </a:cubicBezTo>
                <a:cubicBezTo>
                  <a:pt x="11106387" y="4477221"/>
                  <a:pt x="11096629" y="4443366"/>
                  <a:pt x="11072922" y="4426364"/>
                </a:cubicBezTo>
                <a:lnTo>
                  <a:pt x="11073069" y="4425410"/>
                </a:lnTo>
                <a:lnTo>
                  <a:pt x="11099318" y="4429599"/>
                </a:lnTo>
                <a:cubicBezTo>
                  <a:pt x="11105520" y="4430588"/>
                  <a:pt x="11109388" y="4427786"/>
                  <a:pt x="11110395" y="4421576"/>
                </a:cubicBezTo>
                <a:lnTo>
                  <a:pt x="11113812" y="4400098"/>
                </a:lnTo>
                <a:cubicBezTo>
                  <a:pt x="11114810" y="4393896"/>
                  <a:pt x="11112008" y="4390027"/>
                  <a:pt x="11105788" y="4389039"/>
                </a:cubicBezTo>
                <a:close/>
                <a:moveTo>
                  <a:pt x="10890455" y="2499037"/>
                </a:moveTo>
                <a:cubicBezTo>
                  <a:pt x="11340987" y="2953524"/>
                  <a:pt x="11588946" y="3555764"/>
                  <a:pt x="11588940" y="4196137"/>
                </a:cubicBezTo>
                <a:cubicBezTo>
                  <a:pt x="11588940" y="4840133"/>
                  <a:pt x="11338134" y="5445599"/>
                  <a:pt x="10882773" y="5900959"/>
                </a:cubicBezTo>
                <a:cubicBezTo>
                  <a:pt x="10427413" y="6356320"/>
                  <a:pt x="9821967" y="6607099"/>
                  <a:pt x="9177977" y="6607099"/>
                </a:cubicBezTo>
                <a:cubicBezTo>
                  <a:pt x="8533989" y="6607099"/>
                  <a:pt x="7928542" y="6356313"/>
                  <a:pt x="7473175" y="5900946"/>
                </a:cubicBezTo>
                <a:cubicBezTo>
                  <a:pt x="7472519" y="5900290"/>
                  <a:pt x="7471889" y="5899620"/>
                  <a:pt x="7471266" y="5898950"/>
                </a:cubicBezTo>
                <a:cubicBezTo>
                  <a:pt x="7471166" y="5898850"/>
                  <a:pt x="7471065" y="5898743"/>
                  <a:pt x="7470972" y="5898636"/>
                </a:cubicBezTo>
                <a:lnTo>
                  <a:pt x="7466799" y="5133064"/>
                </a:lnTo>
                <a:lnTo>
                  <a:pt x="8232545" y="5137237"/>
                </a:lnTo>
                <a:cubicBezTo>
                  <a:pt x="8233214" y="5138000"/>
                  <a:pt x="8233891" y="5138764"/>
                  <a:pt x="8234621" y="5139494"/>
                </a:cubicBezTo>
                <a:cubicBezTo>
                  <a:pt x="8494743" y="5399609"/>
                  <a:pt x="8836323" y="5529656"/>
                  <a:pt x="9177998" y="5529630"/>
                </a:cubicBezTo>
                <a:cubicBezTo>
                  <a:pt x="9519592" y="5529603"/>
                  <a:pt x="9861286" y="5399562"/>
                  <a:pt x="10121334" y="5139514"/>
                </a:cubicBezTo>
                <a:cubicBezTo>
                  <a:pt x="10638973" y="4621875"/>
                  <a:pt x="10641464" y="3781174"/>
                  <a:pt x="10128882" y="3260379"/>
                </a:cubicBezTo>
                <a:lnTo>
                  <a:pt x="10894621" y="3264548"/>
                </a:lnTo>
                <a:close/>
                <a:moveTo>
                  <a:pt x="10876558" y="2465906"/>
                </a:moveTo>
                <a:lnTo>
                  <a:pt x="10880824" y="3250759"/>
                </a:lnTo>
                <a:lnTo>
                  <a:pt x="10112333" y="3246573"/>
                </a:lnTo>
                <a:lnTo>
                  <a:pt x="10110793" y="3246687"/>
                </a:lnTo>
                <a:lnTo>
                  <a:pt x="10099180" y="3250786"/>
                </a:lnTo>
                <a:lnTo>
                  <a:pt x="10107196" y="3258494"/>
                </a:lnTo>
                <a:cubicBezTo>
                  <a:pt x="10107980" y="3259243"/>
                  <a:pt x="10108784" y="3259944"/>
                  <a:pt x="10109594" y="3260637"/>
                </a:cubicBezTo>
                <a:cubicBezTo>
                  <a:pt x="10110290" y="3261236"/>
                  <a:pt x="10110987" y="3261826"/>
                  <a:pt x="10111643" y="3262478"/>
                </a:cubicBezTo>
                <a:cubicBezTo>
                  <a:pt x="10361036" y="3511871"/>
                  <a:pt x="10498377" y="3843452"/>
                  <a:pt x="10498377" y="4196150"/>
                </a:cubicBezTo>
                <a:cubicBezTo>
                  <a:pt x="10498370" y="4548842"/>
                  <a:pt x="10361023" y="4880423"/>
                  <a:pt x="10111637" y="5129816"/>
                </a:cubicBezTo>
                <a:cubicBezTo>
                  <a:pt x="9596818" y="5644622"/>
                  <a:pt x="8759151" y="5644615"/>
                  <a:pt x="8244318" y="5129796"/>
                </a:cubicBezTo>
                <a:cubicBezTo>
                  <a:pt x="8243716" y="5129193"/>
                  <a:pt x="8243166" y="5128550"/>
                  <a:pt x="8242611" y="5127914"/>
                </a:cubicBezTo>
                <a:cubicBezTo>
                  <a:pt x="8241834" y="5127017"/>
                  <a:pt x="8241057" y="5126126"/>
                  <a:pt x="8240200" y="5125275"/>
                </a:cubicBezTo>
                <a:lnTo>
                  <a:pt x="8235156" y="5120768"/>
                </a:lnTo>
                <a:lnTo>
                  <a:pt x="8232330" y="5123521"/>
                </a:lnTo>
                <a:lnTo>
                  <a:pt x="7453003" y="5119268"/>
                </a:lnTo>
                <a:lnTo>
                  <a:pt x="7457356" y="5918064"/>
                </a:lnTo>
                <a:lnTo>
                  <a:pt x="7464127" y="5911293"/>
                </a:lnTo>
                <a:cubicBezTo>
                  <a:pt x="7695437" y="6142443"/>
                  <a:pt x="7965069" y="6321414"/>
                  <a:pt x="8265575" y="6443271"/>
                </a:cubicBezTo>
                <a:cubicBezTo>
                  <a:pt x="8556089" y="6561082"/>
                  <a:pt x="8863065" y="6620815"/>
                  <a:pt x="9177977" y="6620815"/>
                </a:cubicBezTo>
                <a:cubicBezTo>
                  <a:pt x="9177998" y="6620815"/>
                  <a:pt x="9177971" y="6620815"/>
                  <a:pt x="9177991" y="6620815"/>
                </a:cubicBezTo>
                <a:cubicBezTo>
                  <a:pt x="9492876" y="6620815"/>
                  <a:pt x="9799886" y="6561075"/>
                  <a:pt x="10090380" y="6443277"/>
                </a:cubicBezTo>
                <a:cubicBezTo>
                  <a:pt x="10391160" y="6321307"/>
                  <a:pt x="10661013" y="6142115"/>
                  <a:pt x="10892471" y="5910657"/>
                </a:cubicBezTo>
                <a:cubicBezTo>
                  <a:pt x="11123928" y="5679200"/>
                  <a:pt x="11303134" y="5409333"/>
                  <a:pt x="11425111" y="5108546"/>
                </a:cubicBezTo>
                <a:cubicBezTo>
                  <a:pt x="11542923" y="4818032"/>
                  <a:pt x="11602656" y="4511049"/>
                  <a:pt x="11602656" y="4196137"/>
                </a:cubicBezTo>
                <a:cubicBezTo>
                  <a:pt x="11602656" y="3881225"/>
                  <a:pt x="11542923" y="3574249"/>
                  <a:pt x="11425118" y="3283736"/>
                </a:cubicBezTo>
                <a:cubicBezTo>
                  <a:pt x="11303140" y="2982955"/>
                  <a:pt x="11123942" y="2713089"/>
                  <a:pt x="10892491" y="2481641"/>
                </a:cubicBezTo>
                <a:cubicBezTo>
                  <a:pt x="10891748" y="2480896"/>
                  <a:pt x="10890977" y="2480188"/>
                  <a:pt x="10890214" y="2479483"/>
                </a:cubicBezTo>
                <a:cubicBezTo>
                  <a:pt x="10889591" y="2478913"/>
                  <a:pt x="10888968" y="2478343"/>
                  <a:pt x="10888365" y="2477740"/>
                </a:cubicBezTo>
                <a:close/>
                <a:moveTo>
                  <a:pt x="6930074" y="250899"/>
                </a:moveTo>
                <a:lnTo>
                  <a:pt x="7781002" y="250899"/>
                </a:lnTo>
                <a:cubicBezTo>
                  <a:pt x="7893583" y="250899"/>
                  <a:pt x="7948313" y="305599"/>
                  <a:pt x="7948313" y="418123"/>
                </a:cubicBezTo>
                <a:lnTo>
                  <a:pt x="7948313" y="2108754"/>
                </a:lnTo>
                <a:lnTo>
                  <a:pt x="7958620" y="2102768"/>
                </a:lnTo>
                <a:cubicBezTo>
                  <a:pt x="8368479" y="1864542"/>
                  <a:pt x="8836692" y="1753571"/>
                  <a:pt x="9312613" y="1781767"/>
                </a:cubicBezTo>
                <a:cubicBezTo>
                  <a:pt x="9791132" y="1810143"/>
                  <a:pt x="10244852" y="1977756"/>
                  <a:pt x="10625016" y="2266585"/>
                </a:cubicBezTo>
                <a:lnTo>
                  <a:pt x="10628947" y="2994133"/>
                </a:lnTo>
                <a:lnTo>
                  <a:pt x="9761845" y="2994133"/>
                </a:lnTo>
                <a:cubicBezTo>
                  <a:pt x="9247971" y="2738759"/>
                  <a:pt x="8630878" y="2839272"/>
                  <a:pt x="8225714" y="3244426"/>
                </a:cubicBezTo>
                <a:cubicBezTo>
                  <a:pt x="8009767" y="3460375"/>
                  <a:pt x="7877791" y="3734615"/>
                  <a:pt x="7844056" y="4037485"/>
                </a:cubicBezTo>
                <a:cubicBezTo>
                  <a:pt x="7811796" y="4327142"/>
                  <a:pt x="7876056" y="4622954"/>
                  <a:pt x="8025077" y="4871898"/>
                </a:cubicBezTo>
                <a:lnTo>
                  <a:pt x="7201159" y="4867404"/>
                </a:lnTo>
                <a:lnTo>
                  <a:pt x="7205064" y="5586355"/>
                </a:lnTo>
                <a:cubicBezTo>
                  <a:pt x="6888323" y="5142481"/>
                  <a:pt x="6731339" y="4597323"/>
                  <a:pt x="6762769" y="4048375"/>
                </a:cubicBezTo>
                <a:lnTo>
                  <a:pt x="6762769" y="418123"/>
                </a:lnTo>
                <a:cubicBezTo>
                  <a:pt x="6762769" y="305599"/>
                  <a:pt x="6817493" y="250899"/>
                  <a:pt x="6930074" y="250899"/>
                </a:cubicBezTo>
                <a:close/>
                <a:moveTo>
                  <a:pt x="6930074" y="237183"/>
                </a:moveTo>
                <a:cubicBezTo>
                  <a:pt x="6809958" y="237183"/>
                  <a:pt x="6749053" y="298061"/>
                  <a:pt x="6749053" y="418123"/>
                </a:cubicBezTo>
                <a:lnTo>
                  <a:pt x="6749067" y="4047980"/>
                </a:lnTo>
                <a:cubicBezTo>
                  <a:pt x="6717047" y="4606887"/>
                  <a:pt x="6879503" y="5162264"/>
                  <a:pt x="7206490" y="5611798"/>
                </a:cubicBezTo>
                <a:lnTo>
                  <a:pt x="7219007" y="5629010"/>
                </a:lnTo>
                <a:lnTo>
                  <a:pt x="7214955" y="4881200"/>
                </a:lnTo>
                <a:lnTo>
                  <a:pt x="8049555" y="4885748"/>
                </a:lnTo>
                <a:lnTo>
                  <a:pt x="8043132" y="4875246"/>
                </a:lnTo>
                <a:cubicBezTo>
                  <a:pt x="7891165" y="4626724"/>
                  <a:pt x="7825311" y="4329741"/>
                  <a:pt x="7857692" y="4039006"/>
                </a:cubicBezTo>
                <a:cubicBezTo>
                  <a:pt x="7891071" y="3739256"/>
                  <a:pt x="8021688" y="3467849"/>
                  <a:pt x="8235411" y="3254124"/>
                </a:cubicBezTo>
                <a:cubicBezTo>
                  <a:pt x="8636778" y="2852770"/>
                  <a:pt x="9248312" y="2753513"/>
                  <a:pt x="9757171" y="3007129"/>
                </a:cubicBezTo>
                <a:lnTo>
                  <a:pt x="9758617" y="3007849"/>
                </a:lnTo>
                <a:lnTo>
                  <a:pt x="10642743" y="3007849"/>
                </a:lnTo>
                <a:lnTo>
                  <a:pt x="10638692" y="2259765"/>
                </a:lnTo>
                <a:lnTo>
                  <a:pt x="10636013" y="2257719"/>
                </a:lnTo>
                <a:cubicBezTo>
                  <a:pt x="10253130" y="1965995"/>
                  <a:pt x="9795787" y="1796678"/>
                  <a:pt x="9313423" y="1768074"/>
                </a:cubicBezTo>
                <a:cubicBezTo>
                  <a:pt x="8838761" y="1739962"/>
                  <a:pt x="8371774" y="1849466"/>
                  <a:pt x="7962029" y="2084952"/>
                </a:cubicBezTo>
                <a:lnTo>
                  <a:pt x="7962029" y="418123"/>
                </a:lnTo>
                <a:cubicBezTo>
                  <a:pt x="7962029" y="298061"/>
                  <a:pt x="7901124" y="237183"/>
                  <a:pt x="7781002" y="237183"/>
                </a:cubicBez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BE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377550"/>
            <a:ext cx="6037443" cy="1200329"/>
          </a:xfrm>
        </p:spPr>
        <p:txBody>
          <a:bodyPr wrap="square" anchor="b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6037443" cy="523220"/>
          </a:xfr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736847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7E79B9E0-D7E0-5467-2D6B-E6A706A63E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9837" y="3468875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1A0783C-E133-846E-8B10-75C122EDB9D6}"/>
              </a:ext>
            </a:extLst>
          </p:cNvPr>
          <p:cNvSpPr/>
          <p:nvPr userDrawn="1"/>
        </p:nvSpPr>
        <p:spPr>
          <a:xfrm>
            <a:off x="0" y="0"/>
            <a:ext cx="5446756" cy="6869723"/>
          </a:xfrm>
          <a:custGeom>
            <a:avLst/>
            <a:gdLst>
              <a:gd name="connsiteX0" fmla="*/ 0 w 6095981"/>
              <a:gd name="connsiteY0" fmla="*/ 0 h 6869723"/>
              <a:gd name="connsiteX1" fmla="*/ 4467024 w 6095981"/>
              <a:gd name="connsiteY1" fmla="*/ 0 h 6869723"/>
              <a:gd name="connsiteX2" fmla="*/ 4513258 w 6095981"/>
              <a:gd name="connsiteY2" fmla="*/ 36333 h 6869723"/>
              <a:gd name="connsiteX3" fmla="*/ 6095981 w 6095981"/>
              <a:gd name="connsiteY3" fmla="*/ 3392425 h 6869723"/>
              <a:gd name="connsiteX4" fmla="*/ 6095981 w 6095981"/>
              <a:gd name="connsiteY4" fmla="*/ 3465565 h 6869723"/>
              <a:gd name="connsiteX5" fmla="*/ 4513258 w 6095981"/>
              <a:gd name="connsiteY5" fmla="*/ 6821656 h 6869723"/>
              <a:gd name="connsiteX6" fmla="*/ 4452092 w 6095981"/>
              <a:gd name="connsiteY6" fmla="*/ 6869723 h 6869723"/>
              <a:gd name="connsiteX7" fmla="*/ 0 w 6095981"/>
              <a:gd name="connsiteY7" fmla="*/ 6869723 h 6869723"/>
              <a:gd name="connsiteX8" fmla="*/ 0 w 6095981"/>
              <a:gd name="connsiteY8" fmla="*/ 0 h 686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5981" h="6869723">
                <a:moveTo>
                  <a:pt x="0" y="0"/>
                </a:moveTo>
                <a:lnTo>
                  <a:pt x="4467024" y="0"/>
                </a:lnTo>
                <a:lnTo>
                  <a:pt x="4513258" y="36333"/>
                </a:lnTo>
                <a:cubicBezTo>
                  <a:pt x="5479867" y="834049"/>
                  <a:pt x="6095981" y="2041287"/>
                  <a:pt x="6095981" y="3392425"/>
                </a:cubicBezTo>
                <a:lnTo>
                  <a:pt x="6095981" y="3465565"/>
                </a:lnTo>
                <a:cubicBezTo>
                  <a:pt x="6095981" y="4816703"/>
                  <a:pt x="5479867" y="6023940"/>
                  <a:pt x="4513258" y="6821656"/>
                </a:cubicBezTo>
                <a:lnTo>
                  <a:pt x="4452092" y="6869723"/>
                </a:lnTo>
                <a:lnTo>
                  <a:pt x="0" y="6869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50C2EF">
                  <a:alpha val="27927"/>
                </a:srgbClr>
              </a:gs>
              <a:gs pos="67000">
                <a:srgbClr val="2B8CCC">
                  <a:alpha val="0"/>
                </a:srgbClr>
              </a:gs>
              <a:gs pos="88000">
                <a:srgbClr val="E11A53">
                  <a:alpha val="5033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7971A1-906B-3815-1AA7-D66AD541D36B}"/>
              </a:ext>
            </a:extLst>
          </p:cNvPr>
          <p:cNvGrpSpPr/>
          <p:nvPr userDrawn="1"/>
        </p:nvGrpSpPr>
        <p:grpSpPr>
          <a:xfrm>
            <a:off x="1176069" y="2876116"/>
            <a:ext cx="3094620" cy="1105769"/>
            <a:chOff x="1176069" y="2876116"/>
            <a:chExt cx="3094620" cy="1105769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5ECB5C6-9A11-E0B2-4A89-1E8223674751}"/>
                </a:ext>
              </a:extLst>
            </p:cNvPr>
            <p:cNvSpPr/>
            <p:nvPr/>
          </p:nvSpPr>
          <p:spPr>
            <a:xfrm>
              <a:off x="3193481" y="3911174"/>
              <a:ext cx="1074464" cy="70711"/>
            </a:xfrm>
            <a:custGeom>
              <a:avLst/>
              <a:gdLst>
                <a:gd name="connsiteX0" fmla="*/ 3772 w 1074464"/>
                <a:gd name="connsiteY0" fmla="*/ 70711 h 70711"/>
                <a:gd name="connsiteX1" fmla="*/ 0 w 1074464"/>
                <a:gd name="connsiteY1" fmla="*/ 42530 h 70711"/>
                <a:gd name="connsiteX2" fmla="*/ 1074464 w 1074464"/>
                <a:gd name="connsiteY2" fmla="*/ 8812 h 70711"/>
                <a:gd name="connsiteX3" fmla="*/ 1073074 w 1074464"/>
                <a:gd name="connsiteY3" fmla="*/ 37196 h 70711"/>
                <a:gd name="connsiteX4" fmla="*/ 3772 w 1074464"/>
                <a:gd name="connsiteY4" fmla="*/ 70711 h 7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4464" h="70711">
                  <a:moveTo>
                    <a:pt x="3772" y="70711"/>
                  </a:moveTo>
                  <a:lnTo>
                    <a:pt x="0" y="42530"/>
                  </a:lnTo>
                  <a:cubicBezTo>
                    <a:pt x="412502" y="-12626"/>
                    <a:pt x="850252" y="-2288"/>
                    <a:pt x="1074464" y="8812"/>
                  </a:cubicBezTo>
                  <a:lnTo>
                    <a:pt x="1073074" y="37196"/>
                  </a:lnTo>
                  <a:cubicBezTo>
                    <a:pt x="849801" y="26166"/>
                    <a:pt x="414020" y="15828"/>
                    <a:pt x="3772" y="7071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3CDF637-3DA8-E949-C6DD-D70FEF39A310}"/>
                </a:ext>
              </a:extLst>
            </p:cNvPr>
            <p:cNvSpPr/>
            <p:nvPr/>
          </p:nvSpPr>
          <p:spPr>
            <a:xfrm>
              <a:off x="1865277" y="3141800"/>
              <a:ext cx="686231" cy="444137"/>
            </a:xfrm>
            <a:custGeom>
              <a:avLst/>
              <a:gdLst>
                <a:gd name="connsiteX0" fmla="*/ 0 w 686231"/>
                <a:gd name="connsiteY0" fmla="*/ 427755 h 444137"/>
                <a:gd name="connsiteX1" fmla="*/ 0 w 686231"/>
                <a:gd name="connsiteY1" fmla="*/ 27305 h 444137"/>
                <a:gd name="connsiteX2" fmla="*/ 15468 w 686231"/>
                <a:gd name="connsiteY2" fmla="*/ 10922 h 444137"/>
                <a:gd name="connsiteX3" fmla="*/ 94653 w 686231"/>
                <a:gd name="connsiteY3" fmla="*/ 10922 h 444137"/>
                <a:gd name="connsiteX4" fmla="*/ 111030 w 686231"/>
                <a:gd name="connsiteY4" fmla="*/ 27305 h 444137"/>
                <a:gd name="connsiteX5" fmla="*/ 111030 w 686231"/>
                <a:gd name="connsiteY5" fmla="*/ 74632 h 444137"/>
                <a:gd name="connsiteX6" fmla="*/ 114675 w 686231"/>
                <a:gd name="connsiteY6" fmla="*/ 74632 h 444137"/>
                <a:gd name="connsiteX7" fmla="*/ 165189 w 686231"/>
                <a:gd name="connsiteY7" fmla="*/ 19571 h 444137"/>
                <a:gd name="connsiteX8" fmla="*/ 243916 w 686231"/>
                <a:gd name="connsiteY8" fmla="*/ 0 h 444137"/>
                <a:gd name="connsiteX9" fmla="*/ 377704 w 686231"/>
                <a:gd name="connsiteY9" fmla="*/ 81909 h 444137"/>
                <a:gd name="connsiteX10" fmla="*/ 380428 w 686231"/>
                <a:gd name="connsiteY10" fmla="*/ 81909 h 444137"/>
                <a:gd name="connsiteX11" fmla="*/ 439134 w 686231"/>
                <a:gd name="connsiteY11" fmla="*/ 21387 h 444137"/>
                <a:gd name="connsiteX12" fmla="*/ 527869 w 686231"/>
                <a:gd name="connsiteY12" fmla="*/ 0 h 444137"/>
                <a:gd name="connsiteX13" fmla="*/ 643909 w 686231"/>
                <a:gd name="connsiteY13" fmla="*/ 47784 h 444137"/>
                <a:gd name="connsiteX14" fmla="*/ 686232 w 686231"/>
                <a:gd name="connsiteY14" fmla="*/ 180207 h 444137"/>
                <a:gd name="connsiteX15" fmla="*/ 686232 w 686231"/>
                <a:gd name="connsiteY15" fmla="*/ 427755 h 444137"/>
                <a:gd name="connsiteX16" fmla="*/ 670757 w 686231"/>
                <a:gd name="connsiteY16" fmla="*/ 444138 h 444137"/>
                <a:gd name="connsiteX17" fmla="*/ 587934 w 686231"/>
                <a:gd name="connsiteY17" fmla="*/ 444138 h 444137"/>
                <a:gd name="connsiteX18" fmla="*/ 571557 w 686231"/>
                <a:gd name="connsiteY18" fmla="*/ 427755 h 444137"/>
                <a:gd name="connsiteX19" fmla="*/ 571557 w 686231"/>
                <a:gd name="connsiteY19" fmla="*/ 209328 h 444137"/>
                <a:gd name="connsiteX20" fmla="*/ 491465 w 686231"/>
                <a:gd name="connsiteY20" fmla="*/ 105575 h 444137"/>
                <a:gd name="connsiteX21" fmla="*/ 425482 w 686231"/>
                <a:gd name="connsiteY21" fmla="*/ 133331 h 444137"/>
                <a:gd name="connsiteX22" fmla="*/ 400450 w 686231"/>
                <a:gd name="connsiteY22" fmla="*/ 211150 h 444137"/>
                <a:gd name="connsiteX23" fmla="*/ 400450 w 686231"/>
                <a:gd name="connsiteY23" fmla="*/ 427755 h 444137"/>
                <a:gd name="connsiteX24" fmla="*/ 384073 w 686231"/>
                <a:gd name="connsiteY24" fmla="*/ 444138 h 444137"/>
                <a:gd name="connsiteX25" fmla="*/ 302158 w 686231"/>
                <a:gd name="connsiteY25" fmla="*/ 444138 h 444137"/>
                <a:gd name="connsiteX26" fmla="*/ 285782 w 686231"/>
                <a:gd name="connsiteY26" fmla="*/ 427755 h 444137"/>
                <a:gd name="connsiteX27" fmla="*/ 285782 w 686231"/>
                <a:gd name="connsiteY27" fmla="*/ 209328 h 444137"/>
                <a:gd name="connsiteX28" fmla="*/ 205689 w 686231"/>
                <a:gd name="connsiteY28" fmla="*/ 105575 h 444137"/>
                <a:gd name="connsiteX29" fmla="*/ 139706 w 686231"/>
                <a:gd name="connsiteY29" fmla="*/ 133331 h 444137"/>
                <a:gd name="connsiteX30" fmla="*/ 114675 w 686231"/>
                <a:gd name="connsiteY30" fmla="*/ 211150 h 444137"/>
                <a:gd name="connsiteX31" fmla="*/ 114675 w 686231"/>
                <a:gd name="connsiteY31" fmla="*/ 427755 h 444137"/>
                <a:gd name="connsiteX32" fmla="*/ 98298 w 686231"/>
                <a:gd name="connsiteY32" fmla="*/ 444138 h 444137"/>
                <a:gd name="connsiteX33" fmla="*/ 15475 w 686231"/>
                <a:gd name="connsiteY33" fmla="*/ 444138 h 444137"/>
                <a:gd name="connsiteX34" fmla="*/ 0 w 686231"/>
                <a:gd name="connsiteY34" fmla="*/ 427755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86231" h="444137">
                  <a:moveTo>
                    <a:pt x="0" y="427755"/>
                  </a:moveTo>
                  <a:lnTo>
                    <a:pt x="0" y="27305"/>
                  </a:lnTo>
                  <a:cubicBezTo>
                    <a:pt x="0" y="16383"/>
                    <a:pt x="5150" y="10922"/>
                    <a:pt x="15468" y="10922"/>
                  </a:cubicBezTo>
                  <a:lnTo>
                    <a:pt x="94653" y="10922"/>
                  </a:lnTo>
                  <a:cubicBezTo>
                    <a:pt x="105575" y="10922"/>
                    <a:pt x="111030" y="16383"/>
                    <a:pt x="111030" y="27305"/>
                  </a:cubicBezTo>
                  <a:lnTo>
                    <a:pt x="111030" y="74632"/>
                  </a:lnTo>
                  <a:lnTo>
                    <a:pt x="114675" y="74632"/>
                  </a:lnTo>
                  <a:cubicBezTo>
                    <a:pt x="125597" y="50965"/>
                    <a:pt x="142430" y="32626"/>
                    <a:pt x="165189" y="19571"/>
                  </a:cubicBezTo>
                  <a:cubicBezTo>
                    <a:pt x="187941" y="6528"/>
                    <a:pt x="214173" y="0"/>
                    <a:pt x="243916" y="0"/>
                  </a:cubicBezTo>
                  <a:cubicBezTo>
                    <a:pt x="307010" y="0"/>
                    <a:pt x="351606" y="27305"/>
                    <a:pt x="377704" y="81909"/>
                  </a:cubicBezTo>
                  <a:lnTo>
                    <a:pt x="380428" y="81909"/>
                  </a:lnTo>
                  <a:cubicBezTo>
                    <a:pt x="393770" y="55829"/>
                    <a:pt x="413334" y="35649"/>
                    <a:pt x="439134" y="21387"/>
                  </a:cubicBezTo>
                  <a:cubicBezTo>
                    <a:pt x="464915" y="7137"/>
                    <a:pt x="494494" y="0"/>
                    <a:pt x="527869" y="0"/>
                  </a:cubicBezTo>
                  <a:cubicBezTo>
                    <a:pt x="577018" y="0"/>
                    <a:pt x="615696" y="15926"/>
                    <a:pt x="643909" y="47784"/>
                  </a:cubicBezTo>
                  <a:cubicBezTo>
                    <a:pt x="672128" y="79635"/>
                    <a:pt x="686232" y="123774"/>
                    <a:pt x="686232" y="180207"/>
                  </a:cubicBezTo>
                  <a:lnTo>
                    <a:pt x="686232" y="427755"/>
                  </a:lnTo>
                  <a:cubicBezTo>
                    <a:pt x="686232" y="438677"/>
                    <a:pt x="681063" y="444138"/>
                    <a:pt x="670757" y="444138"/>
                  </a:cubicBezTo>
                  <a:lnTo>
                    <a:pt x="587934" y="444138"/>
                  </a:lnTo>
                  <a:cubicBezTo>
                    <a:pt x="577018" y="444138"/>
                    <a:pt x="571557" y="438677"/>
                    <a:pt x="571557" y="427755"/>
                  </a:cubicBezTo>
                  <a:lnTo>
                    <a:pt x="571557" y="209328"/>
                  </a:lnTo>
                  <a:cubicBezTo>
                    <a:pt x="571557" y="140157"/>
                    <a:pt x="544843" y="105575"/>
                    <a:pt x="491465" y="105575"/>
                  </a:cubicBezTo>
                  <a:cubicBezTo>
                    <a:pt x="464160" y="105575"/>
                    <a:pt x="442163" y="114833"/>
                    <a:pt x="425482" y="133331"/>
                  </a:cubicBezTo>
                  <a:cubicBezTo>
                    <a:pt x="408788" y="151848"/>
                    <a:pt x="400450" y="177787"/>
                    <a:pt x="400450" y="211150"/>
                  </a:cubicBezTo>
                  <a:lnTo>
                    <a:pt x="400450" y="427755"/>
                  </a:lnTo>
                  <a:cubicBezTo>
                    <a:pt x="400450" y="438677"/>
                    <a:pt x="394989" y="444138"/>
                    <a:pt x="384073" y="444138"/>
                  </a:cubicBezTo>
                  <a:lnTo>
                    <a:pt x="302158" y="444138"/>
                  </a:lnTo>
                  <a:cubicBezTo>
                    <a:pt x="291236" y="444138"/>
                    <a:pt x="285782" y="438677"/>
                    <a:pt x="285782" y="427755"/>
                  </a:cubicBezTo>
                  <a:lnTo>
                    <a:pt x="285782" y="209328"/>
                  </a:lnTo>
                  <a:cubicBezTo>
                    <a:pt x="285782" y="140157"/>
                    <a:pt x="259067" y="105575"/>
                    <a:pt x="205689" y="105575"/>
                  </a:cubicBezTo>
                  <a:cubicBezTo>
                    <a:pt x="178384" y="105575"/>
                    <a:pt x="156388" y="114833"/>
                    <a:pt x="139706" y="133331"/>
                  </a:cubicBezTo>
                  <a:cubicBezTo>
                    <a:pt x="123012" y="151848"/>
                    <a:pt x="114675" y="177787"/>
                    <a:pt x="114675" y="211150"/>
                  </a:cubicBezTo>
                  <a:lnTo>
                    <a:pt x="114675" y="427755"/>
                  </a:lnTo>
                  <a:cubicBezTo>
                    <a:pt x="114675" y="438677"/>
                    <a:pt x="109214" y="444138"/>
                    <a:pt x="98298" y="444138"/>
                  </a:cubicBezTo>
                  <a:lnTo>
                    <a:pt x="15475" y="444138"/>
                  </a:lnTo>
                  <a:cubicBezTo>
                    <a:pt x="5150" y="444138"/>
                    <a:pt x="0" y="438677"/>
                    <a:pt x="0" y="42775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89B4F05-8E7C-CAC3-AFE8-E114CC33B099}"/>
                </a:ext>
              </a:extLst>
            </p:cNvPr>
            <p:cNvSpPr/>
            <p:nvPr/>
          </p:nvSpPr>
          <p:spPr>
            <a:xfrm>
              <a:off x="3176749" y="2997235"/>
              <a:ext cx="363130" cy="599624"/>
            </a:xfrm>
            <a:custGeom>
              <a:avLst/>
              <a:gdLst>
                <a:gd name="connsiteX0" fmla="*/ 0 w 363130"/>
                <a:gd name="connsiteY0" fmla="*/ 238309 h 599624"/>
                <a:gd name="connsiteX1" fmla="*/ 0 w 363130"/>
                <a:gd name="connsiteY1" fmla="*/ 171869 h 599624"/>
                <a:gd name="connsiteX2" fmla="*/ 16377 w 363130"/>
                <a:gd name="connsiteY2" fmla="*/ 155486 h 599624"/>
                <a:gd name="connsiteX3" fmla="*/ 91910 w 363130"/>
                <a:gd name="connsiteY3" fmla="*/ 155486 h 599624"/>
                <a:gd name="connsiteX4" fmla="*/ 91910 w 363130"/>
                <a:gd name="connsiteY4" fmla="*/ 16383 h 599624"/>
                <a:gd name="connsiteX5" fmla="*/ 107391 w 363130"/>
                <a:gd name="connsiteY5" fmla="*/ 0 h 599624"/>
                <a:gd name="connsiteX6" fmla="*/ 190208 w 363130"/>
                <a:gd name="connsiteY6" fmla="*/ 0 h 599624"/>
                <a:gd name="connsiteX7" fmla="*/ 206584 w 363130"/>
                <a:gd name="connsiteY7" fmla="*/ 16383 h 599624"/>
                <a:gd name="connsiteX8" fmla="*/ 206584 w 363130"/>
                <a:gd name="connsiteY8" fmla="*/ 155486 h 599624"/>
                <a:gd name="connsiteX9" fmla="*/ 343103 w 363130"/>
                <a:gd name="connsiteY9" fmla="*/ 155486 h 599624"/>
                <a:gd name="connsiteX10" fmla="*/ 359486 w 363130"/>
                <a:gd name="connsiteY10" fmla="*/ 171869 h 599624"/>
                <a:gd name="connsiteX11" fmla="*/ 359486 w 363130"/>
                <a:gd name="connsiteY11" fmla="*/ 238309 h 599624"/>
                <a:gd name="connsiteX12" fmla="*/ 343103 w 363130"/>
                <a:gd name="connsiteY12" fmla="*/ 254692 h 599624"/>
                <a:gd name="connsiteX13" fmla="*/ 206584 w 363130"/>
                <a:gd name="connsiteY13" fmla="*/ 254692 h 599624"/>
                <a:gd name="connsiteX14" fmla="*/ 206584 w 363130"/>
                <a:gd name="connsiteY14" fmla="*/ 414871 h 599624"/>
                <a:gd name="connsiteX15" fmla="*/ 225247 w 363130"/>
                <a:gd name="connsiteY15" fmla="*/ 477216 h 599624"/>
                <a:gd name="connsiteX16" fmla="*/ 285775 w 363130"/>
                <a:gd name="connsiteY16" fmla="*/ 495872 h 599624"/>
                <a:gd name="connsiteX17" fmla="*/ 344932 w 363130"/>
                <a:gd name="connsiteY17" fmla="*/ 484950 h 599624"/>
                <a:gd name="connsiteX18" fmla="*/ 354032 w 363130"/>
                <a:gd name="connsiteY18" fmla="*/ 483127 h 599624"/>
                <a:gd name="connsiteX19" fmla="*/ 363131 w 363130"/>
                <a:gd name="connsiteY19" fmla="*/ 496780 h 599624"/>
                <a:gd name="connsiteX20" fmla="*/ 363131 w 363130"/>
                <a:gd name="connsiteY20" fmla="*/ 565950 h 599624"/>
                <a:gd name="connsiteX21" fmla="*/ 352209 w 363130"/>
                <a:gd name="connsiteY21" fmla="*/ 583241 h 599624"/>
                <a:gd name="connsiteX22" fmla="*/ 262109 w 363130"/>
                <a:gd name="connsiteY22" fmla="*/ 599624 h 599624"/>
                <a:gd name="connsiteX23" fmla="*/ 91910 w 363130"/>
                <a:gd name="connsiteY23" fmla="*/ 427609 h 599624"/>
                <a:gd name="connsiteX24" fmla="*/ 91910 w 363130"/>
                <a:gd name="connsiteY24" fmla="*/ 254692 h 599624"/>
                <a:gd name="connsiteX25" fmla="*/ 16377 w 363130"/>
                <a:gd name="connsiteY25" fmla="*/ 254692 h 599624"/>
                <a:gd name="connsiteX26" fmla="*/ 0 w 363130"/>
                <a:gd name="connsiteY26" fmla="*/ 238309 h 59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3130" h="599624">
                  <a:moveTo>
                    <a:pt x="0" y="238309"/>
                  </a:moveTo>
                  <a:lnTo>
                    <a:pt x="0" y="171869"/>
                  </a:lnTo>
                  <a:cubicBezTo>
                    <a:pt x="0" y="160947"/>
                    <a:pt x="5455" y="155486"/>
                    <a:pt x="16377" y="155486"/>
                  </a:cubicBezTo>
                  <a:lnTo>
                    <a:pt x="91910" y="155486"/>
                  </a:lnTo>
                  <a:lnTo>
                    <a:pt x="91910" y="16383"/>
                  </a:lnTo>
                  <a:cubicBezTo>
                    <a:pt x="91910" y="5461"/>
                    <a:pt x="97060" y="0"/>
                    <a:pt x="107391" y="0"/>
                  </a:cubicBezTo>
                  <a:lnTo>
                    <a:pt x="190208" y="0"/>
                  </a:lnTo>
                  <a:cubicBezTo>
                    <a:pt x="201130" y="0"/>
                    <a:pt x="206584" y="5461"/>
                    <a:pt x="206584" y="16383"/>
                  </a:cubicBezTo>
                  <a:lnTo>
                    <a:pt x="206584" y="155486"/>
                  </a:lnTo>
                  <a:lnTo>
                    <a:pt x="343103" y="155486"/>
                  </a:lnTo>
                  <a:cubicBezTo>
                    <a:pt x="354032" y="155486"/>
                    <a:pt x="359486" y="160947"/>
                    <a:pt x="359486" y="171869"/>
                  </a:cubicBezTo>
                  <a:lnTo>
                    <a:pt x="359486" y="238309"/>
                  </a:lnTo>
                  <a:cubicBezTo>
                    <a:pt x="359486" y="249225"/>
                    <a:pt x="354032" y="254692"/>
                    <a:pt x="343103" y="254692"/>
                  </a:cubicBezTo>
                  <a:lnTo>
                    <a:pt x="206584" y="254692"/>
                  </a:lnTo>
                  <a:lnTo>
                    <a:pt x="206584" y="414871"/>
                  </a:lnTo>
                  <a:cubicBezTo>
                    <a:pt x="206584" y="443992"/>
                    <a:pt x="212801" y="464782"/>
                    <a:pt x="225247" y="477216"/>
                  </a:cubicBezTo>
                  <a:cubicBezTo>
                    <a:pt x="237680" y="489655"/>
                    <a:pt x="257861" y="495872"/>
                    <a:pt x="285775" y="495872"/>
                  </a:cubicBezTo>
                  <a:cubicBezTo>
                    <a:pt x="308210" y="495872"/>
                    <a:pt x="327939" y="492227"/>
                    <a:pt x="344932" y="484950"/>
                  </a:cubicBezTo>
                  <a:cubicBezTo>
                    <a:pt x="348571" y="483737"/>
                    <a:pt x="351600" y="483127"/>
                    <a:pt x="354032" y="483127"/>
                  </a:cubicBezTo>
                  <a:cubicBezTo>
                    <a:pt x="360089" y="483127"/>
                    <a:pt x="363131" y="487680"/>
                    <a:pt x="363131" y="496780"/>
                  </a:cubicBezTo>
                  <a:lnTo>
                    <a:pt x="363131" y="565950"/>
                  </a:lnTo>
                  <a:cubicBezTo>
                    <a:pt x="363131" y="573837"/>
                    <a:pt x="359486" y="579603"/>
                    <a:pt x="352209" y="583241"/>
                  </a:cubicBezTo>
                  <a:cubicBezTo>
                    <a:pt x="326727" y="594163"/>
                    <a:pt x="296691" y="599624"/>
                    <a:pt x="262109" y="599624"/>
                  </a:cubicBezTo>
                  <a:cubicBezTo>
                    <a:pt x="148641" y="599624"/>
                    <a:pt x="91910" y="542290"/>
                    <a:pt x="91910" y="427609"/>
                  </a:cubicBezTo>
                  <a:lnTo>
                    <a:pt x="91910" y="254692"/>
                  </a:lnTo>
                  <a:lnTo>
                    <a:pt x="16377" y="254692"/>
                  </a:lnTo>
                  <a:cubicBezTo>
                    <a:pt x="5455" y="254692"/>
                    <a:pt x="0" y="249225"/>
                    <a:pt x="0" y="238309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7B6C1B-F390-91CD-D9C9-A7B5CC318B51}"/>
                </a:ext>
              </a:extLst>
            </p:cNvPr>
            <p:cNvSpPr/>
            <p:nvPr/>
          </p:nvSpPr>
          <p:spPr>
            <a:xfrm>
              <a:off x="3627237" y="3152722"/>
              <a:ext cx="114687" cy="433215"/>
            </a:xfrm>
            <a:custGeom>
              <a:avLst/>
              <a:gdLst>
                <a:gd name="connsiteX0" fmla="*/ 0 w 114687"/>
                <a:gd name="connsiteY0" fmla="*/ 16383 h 433215"/>
                <a:gd name="connsiteX1" fmla="*/ 15481 w 114687"/>
                <a:gd name="connsiteY1" fmla="*/ 0 h 433215"/>
                <a:gd name="connsiteX2" fmla="*/ 98298 w 114687"/>
                <a:gd name="connsiteY2" fmla="*/ 0 h 433215"/>
                <a:gd name="connsiteX3" fmla="*/ 114687 w 114687"/>
                <a:gd name="connsiteY3" fmla="*/ 16383 h 433215"/>
                <a:gd name="connsiteX4" fmla="*/ 114687 w 114687"/>
                <a:gd name="connsiteY4" fmla="*/ 416833 h 433215"/>
                <a:gd name="connsiteX5" fmla="*/ 98298 w 114687"/>
                <a:gd name="connsiteY5" fmla="*/ 433216 h 433215"/>
                <a:gd name="connsiteX6" fmla="*/ 15481 w 114687"/>
                <a:gd name="connsiteY6" fmla="*/ 433216 h 433215"/>
                <a:gd name="connsiteX7" fmla="*/ 0 w 114687"/>
                <a:gd name="connsiteY7" fmla="*/ 416833 h 433215"/>
                <a:gd name="connsiteX8" fmla="*/ 0 w 114687"/>
                <a:gd name="connsiteY8" fmla="*/ 1638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687" h="433215">
                  <a:moveTo>
                    <a:pt x="0" y="16383"/>
                  </a:moveTo>
                  <a:cubicBezTo>
                    <a:pt x="0" y="5461"/>
                    <a:pt x="5150" y="0"/>
                    <a:pt x="15481" y="0"/>
                  </a:cubicBezTo>
                  <a:lnTo>
                    <a:pt x="98298" y="0"/>
                  </a:lnTo>
                  <a:cubicBezTo>
                    <a:pt x="109220" y="0"/>
                    <a:pt x="114687" y="5461"/>
                    <a:pt x="114687" y="16383"/>
                  </a:cubicBezTo>
                  <a:lnTo>
                    <a:pt x="114687" y="416833"/>
                  </a:lnTo>
                  <a:cubicBezTo>
                    <a:pt x="114687" y="427755"/>
                    <a:pt x="109220" y="433216"/>
                    <a:pt x="98298" y="433216"/>
                  </a:cubicBezTo>
                  <a:lnTo>
                    <a:pt x="15481" y="433216"/>
                  </a:lnTo>
                  <a:cubicBezTo>
                    <a:pt x="5150" y="433216"/>
                    <a:pt x="0" y="427755"/>
                    <a:pt x="0" y="416833"/>
                  </a:cubicBezTo>
                  <a:lnTo>
                    <a:pt x="0" y="16383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198296C-A144-7BB5-2F59-37BC1D03CEBB}"/>
                </a:ext>
              </a:extLst>
            </p:cNvPr>
            <p:cNvSpPr/>
            <p:nvPr/>
          </p:nvSpPr>
          <p:spPr>
            <a:xfrm>
              <a:off x="3825643" y="3152722"/>
              <a:ext cx="445046" cy="433215"/>
            </a:xfrm>
            <a:custGeom>
              <a:avLst/>
              <a:gdLst>
                <a:gd name="connsiteX0" fmla="*/ 3639 w 445046"/>
                <a:gd name="connsiteY0" fmla="*/ 414103 h 433215"/>
                <a:gd name="connsiteX1" fmla="*/ 153810 w 445046"/>
                <a:gd name="connsiteY1" fmla="*/ 211144 h 433215"/>
                <a:gd name="connsiteX2" fmla="*/ 9099 w 445046"/>
                <a:gd name="connsiteY2" fmla="*/ 19113 h 433215"/>
                <a:gd name="connsiteX3" fmla="*/ 5455 w 445046"/>
                <a:gd name="connsiteY3" fmla="*/ 10014 h 433215"/>
                <a:gd name="connsiteX4" fmla="*/ 7277 w 445046"/>
                <a:gd name="connsiteY4" fmla="*/ 4096 h 433215"/>
                <a:gd name="connsiteX5" fmla="*/ 19107 w 445046"/>
                <a:gd name="connsiteY5" fmla="*/ 0 h 433215"/>
                <a:gd name="connsiteX6" fmla="*/ 111030 w 445046"/>
                <a:gd name="connsiteY6" fmla="*/ 0 h 433215"/>
                <a:gd name="connsiteX7" fmla="*/ 130143 w 445046"/>
                <a:gd name="connsiteY7" fmla="*/ 10014 h 433215"/>
                <a:gd name="connsiteX8" fmla="*/ 221151 w 445046"/>
                <a:gd name="connsiteY8" fmla="*/ 132880 h 433215"/>
                <a:gd name="connsiteX9" fmla="*/ 223882 w 445046"/>
                <a:gd name="connsiteY9" fmla="*/ 132880 h 433215"/>
                <a:gd name="connsiteX10" fmla="*/ 314896 w 445046"/>
                <a:gd name="connsiteY10" fmla="*/ 10014 h 433215"/>
                <a:gd name="connsiteX11" fmla="*/ 334010 w 445046"/>
                <a:gd name="connsiteY11" fmla="*/ 0 h 433215"/>
                <a:gd name="connsiteX12" fmla="*/ 425933 w 445046"/>
                <a:gd name="connsiteY12" fmla="*/ 0 h 433215"/>
                <a:gd name="connsiteX13" fmla="*/ 438220 w 445046"/>
                <a:gd name="connsiteY13" fmla="*/ 4096 h 433215"/>
                <a:gd name="connsiteX14" fmla="*/ 440493 w 445046"/>
                <a:gd name="connsiteY14" fmla="*/ 10014 h 433215"/>
                <a:gd name="connsiteX15" fmla="*/ 435947 w 445046"/>
                <a:gd name="connsiteY15" fmla="*/ 19113 h 433215"/>
                <a:gd name="connsiteX16" fmla="*/ 292145 w 445046"/>
                <a:gd name="connsiteY16" fmla="*/ 211144 h 433215"/>
                <a:gd name="connsiteX17" fmla="*/ 441401 w 445046"/>
                <a:gd name="connsiteY17" fmla="*/ 414103 h 433215"/>
                <a:gd name="connsiteX18" fmla="*/ 445046 w 445046"/>
                <a:gd name="connsiteY18" fmla="*/ 424116 h 433215"/>
                <a:gd name="connsiteX19" fmla="*/ 443230 w 445046"/>
                <a:gd name="connsiteY19" fmla="*/ 429577 h 433215"/>
                <a:gd name="connsiteX20" fmla="*/ 431393 w 445046"/>
                <a:gd name="connsiteY20" fmla="*/ 433216 h 433215"/>
                <a:gd name="connsiteX21" fmla="*/ 338557 w 445046"/>
                <a:gd name="connsiteY21" fmla="*/ 433216 h 433215"/>
                <a:gd name="connsiteX22" fmla="*/ 319443 w 445046"/>
                <a:gd name="connsiteY22" fmla="*/ 423202 h 433215"/>
                <a:gd name="connsiteX23" fmla="*/ 223882 w 445046"/>
                <a:gd name="connsiteY23" fmla="*/ 293059 h 433215"/>
                <a:gd name="connsiteX24" fmla="*/ 221151 w 445046"/>
                <a:gd name="connsiteY24" fmla="*/ 293059 h 433215"/>
                <a:gd name="connsiteX25" fmla="*/ 125590 w 445046"/>
                <a:gd name="connsiteY25" fmla="*/ 423202 h 433215"/>
                <a:gd name="connsiteX26" fmla="*/ 106477 w 445046"/>
                <a:gd name="connsiteY26" fmla="*/ 433216 h 433215"/>
                <a:gd name="connsiteX27" fmla="*/ 13652 w 445046"/>
                <a:gd name="connsiteY27" fmla="*/ 433216 h 433215"/>
                <a:gd name="connsiteX28" fmla="*/ 1816 w 445046"/>
                <a:gd name="connsiteY28" fmla="*/ 429577 h 433215"/>
                <a:gd name="connsiteX29" fmla="*/ 0 w 445046"/>
                <a:gd name="connsiteY29" fmla="*/ 424116 h 433215"/>
                <a:gd name="connsiteX30" fmla="*/ 3639 w 445046"/>
                <a:gd name="connsiteY30" fmla="*/ 41410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5046" h="433215">
                  <a:moveTo>
                    <a:pt x="3639" y="414103"/>
                  </a:moveTo>
                  <a:lnTo>
                    <a:pt x="153810" y="211144"/>
                  </a:lnTo>
                  <a:lnTo>
                    <a:pt x="9099" y="19113"/>
                  </a:lnTo>
                  <a:cubicBezTo>
                    <a:pt x="6667" y="16084"/>
                    <a:pt x="5455" y="13056"/>
                    <a:pt x="5455" y="10014"/>
                  </a:cubicBezTo>
                  <a:cubicBezTo>
                    <a:pt x="5455" y="8801"/>
                    <a:pt x="6052" y="6826"/>
                    <a:pt x="7277" y="4096"/>
                  </a:cubicBezTo>
                  <a:cubicBezTo>
                    <a:pt x="8484" y="1365"/>
                    <a:pt x="12421" y="0"/>
                    <a:pt x="19107" y="0"/>
                  </a:cubicBezTo>
                  <a:lnTo>
                    <a:pt x="111030" y="0"/>
                  </a:lnTo>
                  <a:cubicBezTo>
                    <a:pt x="118910" y="0"/>
                    <a:pt x="125279" y="3340"/>
                    <a:pt x="130143" y="10014"/>
                  </a:cubicBezTo>
                  <a:lnTo>
                    <a:pt x="221151" y="132880"/>
                  </a:lnTo>
                  <a:lnTo>
                    <a:pt x="223882" y="132880"/>
                  </a:lnTo>
                  <a:lnTo>
                    <a:pt x="314896" y="10014"/>
                  </a:lnTo>
                  <a:cubicBezTo>
                    <a:pt x="319741" y="3340"/>
                    <a:pt x="326123" y="0"/>
                    <a:pt x="334010" y="0"/>
                  </a:cubicBezTo>
                  <a:lnTo>
                    <a:pt x="425933" y="0"/>
                  </a:lnTo>
                  <a:cubicBezTo>
                    <a:pt x="432600" y="0"/>
                    <a:pt x="436696" y="1365"/>
                    <a:pt x="438220" y="4096"/>
                  </a:cubicBezTo>
                  <a:cubicBezTo>
                    <a:pt x="439731" y="6826"/>
                    <a:pt x="440493" y="8801"/>
                    <a:pt x="440493" y="10014"/>
                  </a:cubicBezTo>
                  <a:cubicBezTo>
                    <a:pt x="440493" y="13056"/>
                    <a:pt x="438969" y="16084"/>
                    <a:pt x="435947" y="19113"/>
                  </a:cubicBezTo>
                  <a:lnTo>
                    <a:pt x="292145" y="211144"/>
                  </a:lnTo>
                  <a:lnTo>
                    <a:pt x="441401" y="414103"/>
                  </a:lnTo>
                  <a:cubicBezTo>
                    <a:pt x="443821" y="417747"/>
                    <a:pt x="445046" y="421088"/>
                    <a:pt x="445046" y="424116"/>
                  </a:cubicBezTo>
                  <a:cubicBezTo>
                    <a:pt x="445046" y="425336"/>
                    <a:pt x="444430" y="427152"/>
                    <a:pt x="443230" y="429577"/>
                  </a:cubicBezTo>
                  <a:cubicBezTo>
                    <a:pt x="441998" y="432003"/>
                    <a:pt x="438061" y="433216"/>
                    <a:pt x="431393" y="433216"/>
                  </a:cubicBezTo>
                  <a:lnTo>
                    <a:pt x="338557" y="433216"/>
                  </a:lnTo>
                  <a:cubicBezTo>
                    <a:pt x="330670" y="433216"/>
                    <a:pt x="324295" y="429889"/>
                    <a:pt x="319443" y="423202"/>
                  </a:cubicBezTo>
                  <a:lnTo>
                    <a:pt x="223882" y="293059"/>
                  </a:lnTo>
                  <a:lnTo>
                    <a:pt x="221151" y="293059"/>
                  </a:lnTo>
                  <a:lnTo>
                    <a:pt x="125590" y="423202"/>
                  </a:lnTo>
                  <a:cubicBezTo>
                    <a:pt x="120726" y="429889"/>
                    <a:pt x="114357" y="433216"/>
                    <a:pt x="106477" y="433216"/>
                  </a:cubicBezTo>
                  <a:lnTo>
                    <a:pt x="13652" y="433216"/>
                  </a:lnTo>
                  <a:cubicBezTo>
                    <a:pt x="6966" y="433216"/>
                    <a:pt x="3023" y="432003"/>
                    <a:pt x="1816" y="429577"/>
                  </a:cubicBezTo>
                  <a:cubicBezTo>
                    <a:pt x="591" y="427152"/>
                    <a:pt x="0" y="425336"/>
                    <a:pt x="0" y="424116"/>
                  </a:cubicBezTo>
                  <a:cubicBezTo>
                    <a:pt x="0" y="421088"/>
                    <a:pt x="1207" y="417747"/>
                    <a:pt x="3639" y="414103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D9492BE-AD18-ADDF-3CAA-A16EF4BE9758}"/>
                </a:ext>
              </a:extLst>
            </p:cNvPr>
            <p:cNvSpPr/>
            <p:nvPr/>
          </p:nvSpPr>
          <p:spPr>
            <a:xfrm>
              <a:off x="2680681" y="3674527"/>
              <a:ext cx="170853" cy="182308"/>
            </a:xfrm>
            <a:custGeom>
              <a:avLst/>
              <a:gdLst>
                <a:gd name="connsiteX0" fmla="*/ 775 w 170853"/>
                <a:gd name="connsiteY0" fmla="*/ 176327 h 182308"/>
                <a:gd name="connsiteX1" fmla="*/ 72923 w 170853"/>
                <a:gd name="connsiteY1" fmla="*/ 3905 h 182308"/>
                <a:gd name="connsiteX2" fmla="*/ 78918 w 170853"/>
                <a:gd name="connsiteY2" fmla="*/ 0 h 182308"/>
                <a:gd name="connsiteX3" fmla="*/ 92196 w 170853"/>
                <a:gd name="connsiteY3" fmla="*/ 0 h 182308"/>
                <a:gd name="connsiteX4" fmla="*/ 98184 w 170853"/>
                <a:gd name="connsiteY4" fmla="*/ 3905 h 182308"/>
                <a:gd name="connsiteX5" fmla="*/ 170332 w 170853"/>
                <a:gd name="connsiteY5" fmla="*/ 176327 h 182308"/>
                <a:gd name="connsiteX6" fmla="*/ 170853 w 170853"/>
                <a:gd name="connsiteY6" fmla="*/ 178924 h 182308"/>
                <a:gd name="connsiteX7" fmla="*/ 170206 w 170853"/>
                <a:gd name="connsiteY7" fmla="*/ 181146 h 182308"/>
                <a:gd name="connsiteX8" fmla="*/ 166688 w 170853"/>
                <a:gd name="connsiteY8" fmla="*/ 182308 h 182308"/>
                <a:gd name="connsiteX9" fmla="*/ 152622 w 170853"/>
                <a:gd name="connsiteY9" fmla="*/ 182308 h 182308"/>
                <a:gd name="connsiteX10" fmla="*/ 146628 w 170853"/>
                <a:gd name="connsiteY10" fmla="*/ 178403 h 182308"/>
                <a:gd name="connsiteX11" fmla="*/ 131261 w 170853"/>
                <a:gd name="connsiteY11" fmla="*/ 140900 h 182308"/>
                <a:gd name="connsiteX12" fmla="*/ 39846 w 170853"/>
                <a:gd name="connsiteY12" fmla="*/ 140900 h 182308"/>
                <a:gd name="connsiteX13" fmla="*/ 24473 w 170853"/>
                <a:gd name="connsiteY13" fmla="*/ 178403 h 182308"/>
                <a:gd name="connsiteX14" fmla="*/ 18491 w 170853"/>
                <a:gd name="connsiteY14" fmla="*/ 182308 h 182308"/>
                <a:gd name="connsiteX15" fmla="*/ 4686 w 170853"/>
                <a:gd name="connsiteY15" fmla="*/ 182308 h 182308"/>
                <a:gd name="connsiteX16" fmla="*/ 0 w 170853"/>
                <a:gd name="connsiteY16" fmla="*/ 179191 h 182308"/>
                <a:gd name="connsiteX17" fmla="*/ 775 w 170853"/>
                <a:gd name="connsiteY17" fmla="*/ 176327 h 182308"/>
                <a:gd name="connsiteX18" fmla="*/ 122669 w 170853"/>
                <a:gd name="connsiteY18" fmla="*/ 119545 h 182308"/>
                <a:gd name="connsiteX19" fmla="*/ 85947 w 170853"/>
                <a:gd name="connsiteY19" fmla="*/ 29165 h 182308"/>
                <a:gd name="connsiteX20" fmla="*/ 85420 w 170853"/>
                <a:gd name="connsiteY20" fmla="*/ 29165 h 182308"/>
                <a:gd name="connsiteX21" fmla="*/ 48438 w 170853"/>
                <a:gd name="connsiteY21" fmla="*/ 119545 h 182308"/>
                <a:gd name="connsiteX22" fmla="*/ 122669 w 170853"/>
                <a:gd name="connsiteY22" fmla="*/ 119545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0853" h="182308">
                  <a:moveTo>
                    <a:pt x="775" y="176327"/>
                  </a:moveTo>
                  <a:lnTo>
                    <a:pt x="72923" y="3905"/>
                  </a:lnTo>
                  <a:cubicBezTo>
                    <a:pt x="73793" y="1295"/>
                    <a:pt x="75787" y="0"/>
                    <a:pt x="78918" y="0"/>
                  </a:cubicBezTo>
                  <a:lnTo>
                    <a:pt x="92196" y="0"/>
                  </a:lnTo>
                  <a:cubicBezTo>
                    <a:pt x="95320" y="0"/>
                    <a:pt x="97314" y="1295"/>
                    <a:pt x="98184" y="3905"/>
                  </a:cubicBezTo>
                  <a:lnTo>
                    <a:pt x="170332" y="176327"/>
                  </a:lnTo>
                  <a:cubicBezTo>
                    <a:pt x="170675" y="177362"/>
                    <a:pt x="170853" y="178238"/>
                    <a:pt x="170853" y="178924"/>
                  </a:cubicBezTo>
                  <a:cubicBezTo>
                    <a:pt x="170853" y="179622"/>
                    <a:pt x="170631" y="180359"/>
                    <a:pt x="170206" y="181146"/>
                  </a:cubicBezTo>
                  <a:cubicBezTo>
                    <a:pt x="169767" y="181921"/>
                    <a:pt x="168593" y="182308"/>
                    <a:pt x="166688" y="182308"/>
                  </a:cubicBezTo>
                  <a:lnTo>
                    <a:pt x="152622" y="182308"/>
                  </a:lnTo>
                  <a:cubicBezTo>
                    <a:pt x="149492" y="182308"/>
                    <a:pt x="147498" y="181013"/>
                    <a:pt x="146628" y="178403"/>
                  </a:cubicBezTo>
                  <a:lnTo>
                    <a:pt x="131261" y="140900"/>
                  </a:lnTo>
                  <a:lnTo>
                    <a:pt x="39846" y="140900"/>
                  </a:lnTo>
                  <a:lnTo>
                    <a:pt x="24473" y="178403"/>
                  </a:lnTo>
                  <a:cubicBezTo>
                    <a:pt x="23609" y="181013"/>
                    <a:pt x="21616" y="182308"/>
                    <a:pt x="18491" y="182308"/>
                  </a:cubicBezTo>
                  <a:lnTo>
                    <a:pt x="4686" y="182308"/>
                  </a:lnTo>
                  <a:cubicBezTo>
                    <a:pt x="1556" y="182308"/>
                    <a:pt x="0" y="181267"/>
                    <a:pt x="0" y="179191"/>
                  </a:cubicBezTo>
                  <a:cubicBezTo>
                    <a:pt x="0" y="178498"/>
                    <a:pt x="260" y="177540"/>
                    <a:pt x="775" y="176327"/>
                  </a:cubicBezTo>
                  <a:close/>
                  <a:moveTo>
                    <a:pt x="122669" y="119545"/>
                  </a:moveTo>
                  <a:lnTo>
                    <a:pt x="85947" y="29165"/>
                  </a:lnTo>
                  <a:lnTo>
                    <a:pt x="85420" y="29165"/>
                  </a:lnTo>
                  <a:lnTo>
                    <a:pt x="48438" y="119545"/>
                  </a:lnTo>
                  <a:lnTo>
                    <a:pt x="122669" y="119545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49CD717-563D-342D-D7DC-8DF57D7EC4B5}"/>
                </a:ext>
              </a:extLst>
            </p:cNvPr>
            <p:cNvSpPr/>
            <p:nvPr/>
          </p:nvSpPr>
          <p:spPr>
            <a:xfrm>
              <a:off x="2868717" y="3732864"/>
              <a:ext cx="121373" cy="126581"/>
            </a:xfrm>
            <a:custGeom>
              <a:avLst/>
              <a:gdLst>
                <a:gd name="connsiteX0" fmla="*/ 17710 w 121373"/>
                <a:gd name="connsiteY0" fmla="*/ 17971 h 126581"/>
                <a:gd name="connsiteX1" fmla="*/ 63030 w 121373"/>
                <a:gd name="connsiteY1" fmla="*/ 0 h 126581"/>
                <a:gd name="connsiteX2" fmla="*/ 101314 w 121373"/>
                <a:gd name="connsiteY2" fmla="*/ 11595 h 126581"/>
                <a:gd name="connsiteX3" fmla="*/ 121374 w 121373"/>
                <a:gd name="connsiteY3" fmla="*/ 42196 h 126581"/>
                <a:gd name="connsiteX4" fmla="*/ 121374 w 121373"/>
                <a:gd name="connsiteY4" fmla="*/ 43498 h 126581"/>
                <a:gd name="connsiteX5" fmla="*/ 116421 w 121373"/>
                <a:gd name="connsiteY5" fmla="*/ 47663 h 126581"/>
                <a:gd name="connsiteX6" fmla="*/ 103664 w 121373"/>
                <a:gd name="connsiteY6" fmla="*/ 47663 h 126581"/>
                <a:gd name="connsiteX7" fmla="*/ 97930 w 121373"/>
                <a:gd name="connsiteY7" fmla="*/ 43237 h 126581"/>
                <a:gd name="connsiteX8" fmla="*/ 63297 w 121373"/>
                <a:gd name="connsiteY8" fmla="*/ 20320 h 126581"/>
                <a:gd name="connsiteX9" fmla="*/ 33992 w 121373"/>
                <a:gd name="connsiteY9" fmla="*/ 32423 h 126581"/>
                <a:gd name="connsiteX10" fmla="*/ 22917 w 121373"/>
                <a:gd name="connsiteY10" fmla="*/ 63284 h 126581"/>
                <a:gd name="connsiteX11" fmla="*/ 33992 w 121373"/>
                <a:gd name="connsiteY11" fmla="*/ 94418 h 126581"/>
                <a:gd name="connsiteX12" fmla="*/ 63297 w 121373"/>
                <a:gd name="connsiteY12" fmla="*/ 106528 h 126581"/>
                <a:gd name="connsiteX13" fmla="*/ 85173 w 121373"/>
                <a:gd name="connsiteY13" fmla="*/ 100533 h 126581"/>
                <a:gd name="connsiteX14" fmla="*/ 97930 w 121373"/>
                <a:gd name="connsiteY14" fmla="*/ 83604 h 126581"/>
                <a:gd name="connsiteX15" fmla="*/ 103403 w 121373"/>
                <a:gd name="connsiteY15" fmla="*/ 79179 h 126581"/>
                <a:gd name="connsiteX16" fmla="*/ 116161 w 121373"/>
                <a:gd name="connsiteY16" fmla="*/ 79179 h 126581"/>
                <a:gd name="connsiteX17" fmla="*/ 120066 w 121373"/>
                <a:gd name="connsiteY17" fmla="*/ 80353 h 126581"/>
                <a:gd name="connsiteX18" fmla="*/ 121374 w 121373"/>
                <a:gd name="connsiteY18" fmla="*/ 82823 h 126581"/>
                <a:gd name="connsiteX19" fmla="*/ 121107 w 121373"/>
                <a:gd name="connsiteY19" fmla="*/ 84125 h 126581"/>
                <a:gd name="connsiteX20" fmla="*/ 101314 w 121373"/>
                <a:gd name="connsiteY20" fmla="*/ 114859 h 126581"/>
                <a:gd name="connsiteX21" fmla="*/ 63030 w 121373"/>
                <a:gd name="connsiteY21" fmla="*/ 126581 h 126581"/>
                <a:gd name="connsiteX22" fmla="*/ 17577 w 121373"/>
                <a:gd name="connsiteY22" fmla="*/ 108484 h 126581"/>
                <a:gd name="connsiteX23" fmla="*/ 0 w 121373"/>
                <a:gd name="connsiteY23" fmla="*/ 63284 h 126581"/>
                <a:gd name="connsiteX24" fmla="*/ 17710 w 121373"/>
                <a:gd name="connsiteY24" fmla="*/ 17971 h 12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1373" h="126581">
                  <a:moveTo>
                    <a:pt x="17710" y="17971"/>
                  </a:moveTo>
                  <a:cubicBezTo>
                    <a:pt x="29343" y="5995"/>
                    <a:pt x="44450" y="0"/>
                    <a:pt x="63030" y="0"/>
                  </a:cubicBezTo>
                  <a:cubicBezTo>
                    <a:pt x="77959" y="0"/>
                    <a:pt x="90722" y="3867"/>
                    <a:pt x="101314" y="11595"/>
                  </a:cubicBezTo>
                  <a:cubicBezTo>
                    <a:pt x="111900" y="19323"/>
                    <a:pt x="118593" y="29515"/>
                    <a:pt x="121374" y="42196"/>
                  </a:cubicBezTo>
                  <a:lnTo>
                    <a:pt x="121374" y="43498"/>
                  </a:lnTo>
                  <a:cubicBezTo>
                    <a:pt x="121374" y="46279"/>
                    <a:pt x="119723" y="47663"/>
                    <a:pt x="116421" y="47663"/>
                  </a:cubicBezTo>
                  <a:lnTo>
                    <a:pt x="103664" y="47663"/>
                  </a:lnTo>
                  <a:cubicBezTo>
                    <a:pt x="100705" y="47663"/>
                    <a:pt x="98800" y="46190"/>
                    <a:pt x="97930" y="43237"/>
                  </a:cubicBezTo>
                  <a:cubicBezTo>
                    <a:pt x="93066" y="27959"/>
                    <a:pt x="81528" y="20320"/>
                    <a:pt x="63297" y="20320"/>
                  </a:cubicBezTo>
                  <a:cubicBezTo>
                    <a:pt x="51130" y="20320"/>
                    <a:pt x="41364" y="24352"/>
                    <a:pt x="33992" y="32423"/>
                  </a:cubicBezTo>
                  <a:cubicBezTo>
                    <a:pt x="26607" y="40501"/>
                    <a:pt x="22917" y="50788"/>
                    <a:pt x="22917" y="63284"/>
                  </a:cubicBezTo>
                  <a:cubicBezTo>
                    <a:pt x="22917" y="75965"/>
                    <a:pt x="26607" y="86335"/>
                    <a:pt x="33992" y="94418"/>
                  </a:cubicBezTo>
                  <a:cubicBezTo>
                    <a:pt x="41364" y="102489"/>
                    <a:pt x="51130" y="106528"/>
                    <a:pt x="63297" y="106528"/>
                  </a:cubicBezTo>
                  <a:cubicBezTo>
                    <a:pt x="71793" y="106528"/>
                    <a:pt x="79083" y="104527"/>
                    <a:pt x="85173" y="100533"/>
                  </a:cubicBezTo>
                  <a:cubicBezTo>
                    <a:pt x="91249" y="96539"/>
                    <a:pt x="95498" y="90894"/>
                    <a:pt x="97930" y="83604"/>
                  </a:cubicBezTo>
                  <a:cubicBezTo>
                    <a:pt x="98800" y="80652"/>
                    <a:pt x="100622" y="79179"/>
                    <a:pt x="103403" y="79179"/>
                  </a:cubicBezTo>
                  <a:lnTo>
                    <a:pt x="116161" y="79179"/>
                  </a:lnTo>
                  <a:cubicBezTo>
                    <a:pt x="117894" y="79179"/>
                    <a:pt x="119202" y="79572"/>
                    <a:pt x="120066" y="80353"/>
                  </a:cubicBezTo>
                  <a:cubicBezTo>
                    <a:pt x="120936" y="81134"/>
                    <a:pt x="121374" y="81953"/>
                    <a:pt x="121374" y="82823"/>
                  </a:cubicBezTo>
                  <a:cubicBezTo>
                    <a:pt x="121374" y="83344"/>
                    <a:pt x="121279" y="83782"/>
                    <a:pt x="121107" y="84125"/>
                  </a:cubicBezTo>
                  <a:cubicBezTo>
                    <a:pt x="118510" y="96806"/>
                    <a:pt x="111900" y="107049"/>
                    <a:pt x="101314" y="114859"/>
                  </a:cubicBezTo>
                  <a:cubicBezTo>
                    <a:pt x="90722" y="122676"/>
                    <a:pt x="77959" y="126581"/>
                    <a:pt x="63030" y="126581"/>
                  </a:cubicBezTo>
                  <a:cubicBezTo>
                    <a:pt x="44450" y="126581"/>
                    <a:pt x="29305" y="120548"/>
                    <a:pt x="17577" y="108484"/>
                  </a:cubicBezTo>
                  <a:cubicBezTo>
                    <a:pt x="5861" y="96412"/>
                    <a:pt x="0" y="81350"/>
                    <a:pt x="0" y="63284"/>
                  </a:cubicBezTo>
                  <a:cubicBezTo>
                    <a:pt x="0" y="45231"/>
                    <a:pt x="5899" y="30125"/>
                    <a:pt x="17710" y="1797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A406F35-7A76-A719-F37B-8251B2581E82}"/>
                </a:ext>
              </a:extLst>
            </p:cNvPr>
            <p:cNvSpPr/>
            <p:nvPr/>
          </p:nvSpPr>
          <p:spPr>
            <a:xfrm>
              <a:off x="3006759" y="3701609"/>
              <a:ext cx="99752" cy="157835"/>
            </a:xfrm>
            <a:custGeom>
              <a:avLst/>
              <a:gdLst>
                <a:gd name="connsiteX0" fmla="*/ 0 w 99752"/>
                <a:gd name="connsiteY0" fmla="*/ 47930 h 157835"/>
                <a:gd name="connsiteX1" fmla="*/ 0 w 99752"/>
                <a:gd name="connsiteY1" fmla="*/ 39065 h 157835"/>
                <a:gd name="connsiteX2" fmla="*/ 4953 w 99752"/>
                <a:gd name="connsiteY2" fmla="*/ 33865 h 157835"/>
                <a:gd name="connsiteX3" fmla="*/ 28130 w 99752"/>
                <a:gd name="connsiteY3" fmla="*/ 33865 h 157835"/>
                <a:gd name="connsiteX4" fmla="*/ 28130 w 99752"/>
                <a:gd name="connsiteY4" fmla="*/ 5214 h 157835"/>
                <a:gd name="connsiteX5" fmla="*/ 33344 w 99752"/>
                <a:gd name="connsiteY5" fmla="*/ 0 h 157835"/>
                <a:gd name="connsiteX6" fmla="*/ 45580 w 99752"/>
                <a:gd name="connsiteY6" fmla="*/ 0 h 157835"/>
                <a:gd name="connsiteX7" fmla="*/ 50527 w 99752"/>
                <a:gd name="connsiteY7" fmla="*/ 5214 h 157835"/>
                <a:gd name="connsiteX8" fmla="*/ 50527 w 99752"/>
                <a:gd name="connsiteY8" fmla="*/ 33865 h 157835"/>
                <a:gd name="connsiteX9" fmla="*/ 92983 w 99752"/>
                <a:gd name="connsiteY9" fmla="*/ 33865 h 157835"/>
                <a:gd name="connsiteX10" fmla="*/ 98196 w 99752"/>
                <a:gd name="connsiteY10" fmla="*/ 39065 h 157835"/>
                <a:gd name="connsiteX11" fmla="*/ 98196 w 99752"/>
                <a:gd name="connsiteY11" fmla="*/ 47930 h 157835"/>
                <a:gd name="connsiteX12" fmla="*/ 92983 w 99752"/>
                <a:gd name="connsiteY12" fmla="*/ 53130 h 157835"/>
                <a:gd name="connsiteX13" fmla="*/ 50527 w 99752"/>
                <a:gd name="connsiteY13" fmla="*/ 53130 h 157835"/>
                <a:gd name="connsiteX14" fmla="*/ 50527 w 99752"/>
                <a:gd name="connsiteY14" fmla="*/ 111995 h 157835"/>
                <a:gd name="connsiteX15" fmla="*/ 56521 w 99752"/>
                <a:gd name="connsiteY15" fmla="*/ 131915 h 157835"/>
                <a:gd name="connsiteX16" fmla="*/ 75533 w 99752"/>
                <a:gd name="connsiteY16" fmla="*/ 137782 h 157835"/>
                <a:gd name="connsiteX17" fmla="*/ 93764 w 99752"/>
                <a:gd name="connsiteY17" fmla="*/ 134658 h 157835"/>
                <a:gd name="connsiteX18" fmla="*/ 96888 w 99752"/>
                <a:gd name="connsiteY18" fmla="*/ 133871 h 157835"/>
                <a:gd name="connsiteX19" fmla="*/ 99752 w 99752"/>
                <a:gd name="connsiteY19" fmla="*/ 138303 h 157835"/>
                <a:gd name="connsiteX20" fmla="*/ 99752 w 99752"/>
                <a:gd name="connsiteY20" fmla="*/ 147676 h 157835"/>
                <a:gd name="connsiteX21" fmla="*/ 95847 w 99752"/>
                <a:gd name="connsiteY21" fmla="*/ 153410 h 157835"/>
                <a:gd name="connsiteX22" fmla="*/ 71622 w 99752"/>
                <a:gd name="connsiteY22" fmla="*/ 157836 h 157835"/>
                <a:gd name="connsiteX23" fmla="*/ 28130 w 99752"/>
                <a:gd name="connsiteY23" fmla="*/ 113037 h 157835"/>
                <a:gd name="connsiteX24" fmla="*/ 28130 w 99752"/>
                <a:gd name="connsiteY24" fmla="*/ 53130 h 157835"/>
                <a:gd name="connsiteX25" fmla="*/ 4953 w 99752"/>
                <a:gd name="connsiteY25" fmla="*/ 53130 h 157835"/>
                <a:gd name="connsiteX26" fmla="*/ 0 w 99752"/>
                <a:gd name="connsiteY26" fmla="*/ 47930 h 157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9752" h="157835">
                  <a:moveTo>
                    <a:pt x="0" y="47930"/>
                  </a:moveTo>
                  <a:lnTo>
                    <a:pt x="0" y="39065"/>
                  </a:lnTo>
                  <a:cubicBezTo>
                    <a:pt x="0" y="35598"/>
                    <a:pt x="1651" y="33865"/>
                    <a:pt x="4953" y="33865"/>
                  </a:cubicBezTo>
                  <a:lnTo>
                    <a:pt x="28130" y="33865"/>
                  </a:lnTo>
                  <a:lnTo>
                    <a:pt x="28130" y="5214"/>
                  </a:lnTo>
                  <a:cubicBezTo>
                    <a:pt x="28130" y="1734"/>
                    <a:pt x="29864" y="0"/>
                    <a:pt x="33344" y="0"/>
                  </a:cubicBezTo>
                  <a:lnTo>
                    <a:pt x="45580" y="0"/>
                  </a:lnTo>
                  <a:cubicBezTo>
                    <a:pt x="48882" y="0"/>
                    <a:pt x="50527" y="1734"/>
                    <a:pt x="50527" y="5214"/>
                  </a:cubicBezTo>
                  <a:lnTo>
                    <a:pt x="50527" y="33865"/>
                  </a:lnTo>
                  <a:lnTo>
                    <a:pt x="92983" y="33865"/>
                  </a:lnTo>
                  <a:cubicBezTo>
                    <a:pt x="96450" y="33865"/>
                    <a:pt x="98196" y="35598"/>
                    <a:pt x="98196" y="39065"/>
                  </a:cubicBezTo>
                  <a:lnTo>
                    <a:pt x="98196" y="47930"/>
                  </a:lnTo>
                  <a:cubicBezTo>
                    <a:pt x="98196" y="51397"/>
                    <a:pt x="96450" y="53130"/>
                    <a:pt x="92983" y="53130"/>
                  </a:cubicBezTo>
                  <a:lnTo>
                    <a:pt x="50527" y="53130"/>
                  </a:lnTo>
                  <a:lnTo>
                    <a:pt x="50527" y="111995"/>
                  </a:lnTo>
                  <a:cubicBezTo>
                    <a:pt x="50527" y="121374"/>
                    <a:pt x="52527" y="128010"/>
                    <a:pt x="56521" y="131915"/>
                  </a:cubicBezTo>
                  <a:cubicBezTo>
                    <a:pt x="60509" y="135820"/>
                    <a:pt x="66853" y="137782"/>
                    <a:pt x="75533" y="137782"/>
                  </a:cubicBezTo>
                  <a:cubicBezTo>
                    <a:pt x="82302" y="137782"/>
                    <a:pt x="88380" y="136735"/>
                    <a:pt x="93764" y="134658"/>
                  </a:cubicBezTo>
                  <a:cubicBezTo>
                    <a:pt x="94977" y="134138"/>
                    <a:pt x="96018" y="133871"/>
                    <a:pt x="96888" y="133871"/>
                  </a:cubicBezTo>
                  <a:cubicBezTo>
                    <a:pt x="98800" y="133871"/>
                    <a:pt x="99752" y="135344"/>
                    <a:pt x="99752" y="138303"/>
                  </a:cubicBezTo>
                  <a:lnTo>
                    <a:pt x="99752" y="147676"/>
                  </a:lnTo>
                  <a:cubicBezTo>
                    <a:pt x="99752" y="150279"/>
                    <a:pt x="98457" y="152197"/>
                    <a:pt x="95847" y="153410"/>
                  </a:cubicBezTo>
                  <a:cubicBezTo>
                    <a:pt x="88729" y="156356"/>
                    <a:pt x="80651" y="157836"/>
                    <a:pt x="71622" y="157836"/>
                  </a:cubicBezTo>
                  <a:cubicBezTo>
                    <a:pt x="42628" y="157836"/>
                    <a:pt x="28130" y="142907"/>
                    <a:pt x="28130" y="113037"/>
                  </a:cubicBezTo>
                  <a:lnTo>
                    <a:pt x="28130" y="53130"/>
                  </a:lnTo>
                  <a:lnTo>
                    <a:pt x="4953" y="53130"/>
                  </a:lnTo>
                  <a:cubicBezTo>
                    <a:pt x="1651" y="53130"/>
                    <a:pt x="0" y="51397"/>
                    <a:pt x="0" y="4793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B81BCB8-6A42-40D4-719B-D78CF145500B}"/>
                </a:ext>
              </a:extLst>
            </p:cNvPr>
            <p:cNvSpPr/>
            <p:nvPr/>
          </p:nvSpPr>
          <p:spPr>
            <a:xfrm>
              <a:off x="3195329" y="3680508"/>
              <a:ext cx="32296" cy="176326"/>
            </a:xfrm>
            <a:custGeom>
              <a:avLst/>
              <a:gdLst>
                <a:gd name="connsiteX0" fmla="*/ 0 w 32296"/>
                <a:gd name="connsiteY0" fmla="*/ 16154 h 176326"/>
                <a:gd name="connsiteX1" fmla="*/ 4559 w 32296"/>
                <a:gd name="connsiteY1" fmla="*/ 4559 h 176326"/>
                <a:gd name="connsiteX2" fmla="*/ 16142 w 32296"/>
                <a:gd name="connsiteY2" fmla="*/ 0 h 176326"/>
                <a:gd name="connsiteX3" fmla="*/ 27737 w 32296"/>
                <a:gd name="connsiteY3" fmla="*/ 4559 h 176326"/>
                <a:gd name="connsiteX4" fmla="*/ 32296 w 32296"/>
                <a:gd name="connsiteY4" fmla="*/ 16154 h 176326"/>
                <a:gd name="connsiteX5" fmla="*/ 27864 w 32296"/>
                <a:gd name="connsiteY5" fmla="*/ 27610 h 176326"/>
                <a:gd name="connsiteX6" fmla="*/ 16142 w 32296"/>
                <a:gd name="connsiteY6" fmla="*/ 32296 h 176326"/>
                <a:gd name="connsiteX7" fmla="*/ 4559 w 32296"/>
                <a:gd name="connsiteY7" fmla="*/ 27610 h 176326"/>
                <a:gd name="connsiteX8" fmla="*/ 0 w 32296"/>
                <a:gd name="connsiteY8" fmla="*/ 16154 h 176326"/>
                <a:gd name="connsiteX9" fmla="*/ 4947 w 32296"/>
                <a:gd name="connsiteY9" fmla="*/ 60166 h 176326"/>
                <a:gd name="connsiteX10" fmla="*/ 10147 w 32296"/>
                <a:gd name="connsiteY10" fmla="*/ 54966 h 176326"/>
                <a:gd name="connsiteX11" fmla="*/ 22136 w 32296"/>
                <a:gd name="connsiteY11" fmla="*/ 54966 h 176326"/>
                <a:gd name="connsiteX12" fmla="*/ 27343 w 32296"/>
                <a:gd name="connsiteY12" fmla="*/ 60166 h 176326"/>
                <a:gd name="connsiteX13" fmla="*/ 27343 w 32296"/>
                <a:gd name="connsiteY13" fmla="*/ 171120 h 176326"/>
                <a:gd name="connsiteX14" fmla="*/ 22136 w 32296"/>
                <a:gd name="connsiteY14" fmla="*/ 176327 h 176326"/>
                <a:gd name="connsiteX15" fmla="*/ 10147 w 32296"/>
                <a:gd name="connsiteY15" fmla="*/ 176327 h 176326"/>
                <a:gd name="connsiteX16" fmla="*/ 4947 w 32296"/>
                <a:gd name="connsiteY16" fmla="*/ 171120 h 176326"/>
                <a:gd name="connsiteX17" fmla="*/ 4947 w 32296"/>
                <a:gd name="connsiteY17" fmla="*/ 60166 h 176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296" h="176326">
                  <a:moveTo>
                    <a:pt x="0" y="16154"/>
                  </a:moveTo>
                  <a:cubicBezTo>
                    <a:pt x="0" y="11468"/>
                    <a:pt x="1512" y="7607"/>
                    <a:pt x="4559" y="4559"/>
                  </a:cubicBezTo>
                  <a:cubicBezTo>
                    <a:pt x="7588" y="1531"/>
                    <a:pt x="11456" y="0"/>
                    <a:pt x="16142" y="0"/>
                  </a:cubicBezTo>
                  <a:cubicBezTo>
                    <a:pt x="20828" y="0"/>
                    <a:pt x="24689" y="1531"/>
                    <a:pt x="27737" y="4559"/>
                  </a:cubicBezTo>
                  <a:cubicBezTo>
                    <a:pt x="30766" y="7607"/>
                    <a:pt x="32296" y="11468"/>
                    <a:pt x="32296" y="16154"/>
                  </a:cubicBezTo>
                  <a:cubicBezTo>
                    <a:pt x="32296" y="20676"/>
                    <a:pt x="30817" y="24486"/>
                    <a:pt x="27864" y="27610"/>
                  </a:cubicBezTo>
                  <a:cubicBezTo>
                    <a:pt x="24733" y="30740"/>
                    <a:pt x="20828" y="32296"/>
                    <a:pt x="16142" y="32296"/>
                  </a:cubicBezTo>
                  <a:cubicBezTo>
                    <a:pt x="11456" y="32296"/>
                    <a:pt x="7588" y="30740"/>
                    <a:pt x="4559" y="27610"/>
                  </a:cubicBezTo>
                  <a:cubicBezTo>
                    <a:pt x="1512" y="24486"/>
                    <a:pt x="0" y="20676"/>
                    <a:pt x="0" y="16154"/>
                  </a:cubicBezTo>
                  <a:close/>
                  <a:moveTo>
                    <a:pt x="4947" y="60166"/>
                  </a:moveTo>
                  <a:cubicBezTo>
                    <a:pt x="4947" y="56699"/>
                    <a:pt x="6680" y="54966"/>
                    <a:pt x="10147" y="54966"/>
                  </a:cubicBezTo>
                  <a:lnTo>
                    <a:pt x="22136" y="54966"/>
                  </a:lnTo>
                  <a:cubicBezTo>
                    <a:pt x="25603" y="54966"/>
                    <a:pt x="27343" y="56699"/>
                    <a:pt x="27343" y="60166"/>
                  </a:cubicBezTo>
                  <a:lnTo>
                    <a:pt x="27343" y="171120"/>
                  </a:lnTo>
                  <a:cubicBezTo>
                    <a:pt x="27343" y="174593"/>
                    <a:pt x="25603" y="176327"/>
                    <a:pt x="22136" y="176327"/>
                  </a:cubicBezTo>
                  <a:lnTo>
                    <a:pt x="10147" y="176327"/>
                  </a:lnTo>
                  <a:cubicBezTo>
                    <a:pt x="6680" y="176327"/>
                    <a:pt x="4947" y="174593"/>
                    <a:pt x="4947" y="171120"/>
                  </a:cubicBezTo>
                  <a:lnTo>
                    <a:pt x="4947" y="60166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2A91420-1AE6-0150-ACE5-81369CC64C6D}"/>
                </a:ext>
              </a:extLst>
            </p:cNvPr>
            <p:cNvSpPr/>
            <p:nvPr/>
          </p:nvSpPr>
          <p:spPr>
            <a:xfrm>
              <a:off x="3263306" y="3732864"/>
              <a:ext cx="113550" cy="123971"/>
            </a:xfrm>
            <a:custGeom>
              <a:avLst/>
              <a:gdLst>
                <a:gd name="connsiteX0" fmla="*/ 0 w 113550"/>
                <a:gd name="connsiteY0" fmla="*/ 118764 h 123971"/>
                <a:gd name="connsiteX1" fmla="*/ 0 w 113550"/>
                <a:gd name="connsiteY1" fmla="*/ 7811 h 123971"/>
                <a:gd name="connsiteX2" fmla="*/ 5200 w 113550"/>
                <a:gd name="connsiteY2" fmla="*/ 2610 h 123971"/>
                <a:gd name="connsiteX3" fmla="*/ 16923 w 113550"/>
                <a:gd name="connsiteY3" fmla="*/ 2610 h 123971"/>
                <a:gd name="connsiteX4" fmla="*/ 22136 w 113550"/>
                <a:gd name="connsiteY4" fmla="*/ 7811 h 123971"/>
                <a:gd name="connsiteX5" fmla="*/ 22136 w 113550"/>
                <a:gd name="connsiteY5" fmla="*/ 22136 h 123971"/>
                <a:gd name="connsiteX6" fmla="*/ 22657 w 113550"/>
                <a:gd name="connsiteY6" fmla="*/ 22136 h 123971"/>
                <a:gd name="connsiteX7" fmla="*/ 39059 w 113550"/>
                <a:gd name="connsiteY7" fmla="*/ 5861 h 123971"/>
                <a:gd name="connsiteX8" fmla="*/ 65106 w 113550"/>
                <a:gd name="connsiteY8" fmla="*/ 0 h 123971"/>
                <a:gd name="connsiteX9" fmla="*/ 100660 w 113550"/>
                <a:gd name="connsiteY9" fmla="*/ 13545 h 123971"/>
                <a:gd name="connsiteX10" fmla="*/ 113551 w 113550"/>
                <a:gd name="connsiteY10" fmla="*/ 51048 h 123971"/>
                <a:gd name="connsiteX11" fmla="*/ 113551 w 113550"/>
                <a:gd name="connsiteY11" fmla="*/ 118764 h 123971"/>
                <a:gd name="connsiteX12" fmla="*/ 108604 w 113550"/>
                <a:gd name="connsiteY12" fmla="*/ 123971 h 123971"/>
                <a:gd name="connsiteX13" fmla="*/ 96361 w 113550"/>
                <a:gd name="connsiteY13" fmla="*/ 123971 h 123971"/>
                <a:gd name="connsiteX14" fmla="*/ 91154 w 113550"/>
                <a:gd name="connsiteY14" fmla="*/ 118764 h 123971"/>
                <a:gd name="connsiteX15" fmla="*/ 91154 w 113550"/>
                <a:gd name="connsiteY15" fmla="*/ 56001 h 123971"/>
                <a:gd name="connsiteX16" fmla="*/ 59639 w 113550"/>
                <a:gd name="connsiteY16" fmla="*/ 20581 h 123971"/>
                <a:gd name="connsiteX17" fmla="*/ 32557 w 113550"/>
                <a:gd name="connsiteY17" fmla="*/ 30474 h 123971"/>
                <a:gd name="connsiteX18" fmla="*/ 22396 w 113550"/>
                <a:gd name="connsiteY18" fmla="*/ 57042 h 123971"/>
                <a:gd name="connsiteX19" fmla="*/ 22396 w 113550"/>
                <a:gd name="connsiteY19" fmla="*/ 118764 h 123971"/>
                <a:gd name="connsiteX20" fmla="*/ 17183 w 113550"/>
                <a:gd name="connsiteY20" fmla="*/ 123971 h 123971"/>
                <a:gd name="connsiteX21" fmla="*/ 5200 w 113550"/>
                <a:gd name="connsiteY21" fmla="*/ 123971 h 123971"/>
                <a:gd name="connsiteX22" fmla="*/ 0 w 113550"/>
                <a:gd name="connsiteY22" fmla="*/ 118764 h 12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3550" h="123971">
                  <a:moveTo>
                    <a:pt x="0" y="118764"/>
                  </a:moveTo>
                  <a:lnTo>
                    <a:pt x="0" y="7811"/>
                  </a:lnTo>
                  <a:cubicBezTo>
                    <a:pt x="0" y="4344"/>
                    <a:pt x="1734" y="2610"/>
                    <a:pt x="5200" y="2610"/>
                  </a:cubicBezTo>
                  <a:lnTo>
                    <a:pt x="16923" y="2610"/>
                  </a:lnTo>
                  <a:cubicBezTo>
                    <a:pt x="20390" y="2610"/>
                    <a:pt x="22136" y="4344"/>
                    <a:pt x="22136" y="7811"/>
                  </a:cubicBezTo>
                  <a:lnTo>
                    <a:pt x="22136" y="22136"/>
                  </a:lnTo>
                  <a:lnTo>
                    <a:pt x="22657" y="22136"/>
                  </a:lnTo>
                  <a:cubicBezTo>
                    <a:pt x="26124" y="15202"/>
                    <a:pt x="31598" y="9766"/>
                    <a:pt x="39059" y="5861"/>
                  </a:cubicBezTo>
                  <a:cubicBezTo>
                    <a:pt x="46527" y="1956"/>
                    <a:pt x="55213" y="0"/>
                    <a:pt x="65106" y="0"/>
                  </a:cubicBezTo>
                  <a:cubicBezTo>
                    <a:pt x="80213" y="0"/>
                    <a:pt x="92069" y="4521"/>
                    <a:pt x="100660" y="13545"/>
                  </a:cubicBezTo>
                  <a:cubicBezTo>
                    <a:pt x="109252" y="22575"/>
                    <a:pt x="113551" y="35071"/>
                    <a:pt x="113551" y="51048"/>
                  </a:cubicBezTo>
                  <a:lnTo>
                    <a:pt x="113551" y="118764"/>
                  </a:lnTo>
                  <a:cubicBezTo>
                    <a:pt x="113551" y="122238"/>
                    <a:pt x="111900" y="123971"/>
                    <a:pt x="108604" y="123971"/>
                  </a:cubicBezTo>
                  <a:lnTo>
                    <a:pt x="96361" y="123971"/>
                  </a:lnTo>
                  <a:cubicBezTo>
                    <a:pt x="92888" y="123971"/>
                    <a:pt x="91154" y="122238"/>
                    <a:pt x="91154" y="118764"/>
                  </a:cubicBezTo>
                  <a:lnTo>
                    <a:pt x="91154" y="56001"/>
                  </a:lnTo>
                  <a:cubicBezTo>
                    <a:pt x="91154" y="32385"/>
                    <a:pt x="80638" y="20581"/>
                    <a:pt x="59639" y="20581"/>
                  </a:cubicBezTo>
                  <a:cubicBezTo>
                    <a:pt x="48342" y="20581"/>
                    <a:pt x="39319" y="23876"/>
                    <a:pt x="32557" y="30474"/>
                  </a:cubicBezTo>
                  <a:cubicBezTo>
                    <a:pt x="25781" y="37078"/>
                    <a:pt x="22396" y="45930"/>
                    <a:pt x="22396" y="57042"/>
                  </a:cubicBezTo>
                  <a:lnTo>
                    <a:pt x="22396" y="118764"/>
                  </a:lnTo>
                  <a:cubicBezTo>
                    <a:pt x="22396" y="122238"/>
                    <a:pt x="20656" y="123971"/>
                    <a:pt x="17183" y="123971"/>
                  </a:cubicBezTo>
                  <a:lnTo>
                    <a:pt x="5200" y="123971"/>
                  </a:lnTo>
                  <a:cubicBezTo>
                    <a:pt x="1734" y="123971"/>
                    <a:pt x="0" y="122238"/>
                    <a:pt x="0" y="118764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2FAB60B-7202-0316-A6C1-842492B37C18}"/>
                </a:ext>
              </a:extLst>
            </p:cNvPr>
            <p:cNvSpPr/>
            <p:nvPr/>
          </p:nvSpPr>
          <p:spPr>
            <a:xfrm>
              <a:off x="3400815" y="3671656"/>
              <a:ext cx="94538" cy="185178"/>
            </a:xfrm>
            <a:custGeom>
              <a:avLst/>
              <a:gdLst>
                <a:gd name="connsiteX0" fmla="*/ 4947 w 94538"/>
                <a:gd name="connsiteY0" fmla="*/ 63817 h 185178"/>
                <a:gd name="connsiteX1" fmla="*/ 27864 w 94538"/>
                <a:gd name="connsiteY1" fmla="*/ 63817 h 185178"/>
                <a:gd name="connsiteX2" fmla="*/ 27864 w 94538"/>
                <a:gd name="connsiteY2" fmla="*/ 53137 h 185178"/>
                <a:gd name="connsiteX3" fmla="*/ 73704 w 94538"/>
                <a:gd name="connsiteY3" fmla="*/ 0 h 185178"/>
                <a:gd name="connsiteX4" fmla="*/ 90373 w 94538"/>
                <a:gd name="connsiteY4" fmla="*/ 2349 h 185178"/>
                <a:gd name="connsiteX5" fmla="*/ 94539 w 94538"/>
                <a:gd name="connsiteY5" fmla="*/ 7817 h 185178"/>
                <a:gd name="connsiteX6" fmla="*/ 94539 w 94538"/>
                <a:gd name="connsiteY6" fmla="*/ 16935 h 185178"/>
                <a:gd name="connsiteX7" fmla="*/ 90633 w 94538"/>
                <a:gd name="connsiteY7" fmla="*/ 21622 h 185178"/>
                <a:gd name="connsiteX8" fmla="*/ 88811 w 94538"/>
                <a:gd name="connsiteY8" fmla="*/ 21361 h 185178"/>
                <a:gd name="connsiteX9" fmla="*/ 77610 w 94538"/>
                <a:gd name="connsiteY9" fmla="*/ 20320 h 185178"/>
                <a:gd name="connsiteX10" fmla="*/ 56648 w 94538"/>
                <a:gd name="connsiteY10" fmla="*/ 27610 h 185178"/>
                <a:gd name="connsiteX11" fmla="*/ 50266 w 94538"/>
                <a:gd name="connsiteY11" fmla="*/ 52616 h 185178"/>
                <a:gd name="connsiteX12" fmla="*/ 50266 w 94538"/>
                <a:gd name="connsiteY12" fmla="*/ 63817 h 185178"/>
                <a:gd name="connsiteX13" fmla="*/ 87769 w 94538"/>
                <a:gd name="connsiteY13" fmla="*/ 63817 h 185178"/>
                <a:gd name="connsiteX14" fmla="*/ 92716 w 94538"/>
                <a:gd name="connsiteY14" fmla="*/ 69018 h 185178"/>
                <a:gd name="connsiteX15" fmla="*/ 92716 w 94538"/>
                <a:gd name="connsiteY15" fmla="*/ 77883 h 185178"/>
                <a:gd name="connsiteX16" fmla="*/ 87769 w 94538"/>
                <a:gd name="connsiteY16" fmla="*/ 83083 h 185178"/>
                <a:gd name="connsiteX17" fmla="*/ 50266 w 94538"/>
                <a:gd name="connsiteY17" fmla="*/ 83083 h 185178"/>
                <a:gd name="connsiteX18" fmla="*/ 50266 w 94538"/>
                <a:gd name="connsiteY18" fmla="*/ 179972 h 185178"/>
                <a:gd name="connsiteX19" fmla="*/ 45053 w 94538"/>
                <a:gd name="connsiteY19" fmla="*/ 185179 h 185178"/>
                <a:gd name="connsiteX20" fmla="*/ 32817 w 94538"/>
                <a:gd name="connsiteY20" fmla="*/ 185179 h 185178"/>
                <a:gd name="connsiteX21" fmla="*/ 27864 w 94538"/>
                <a:gd name="connsiteY21" fmla="*/ 179972 h 185178"/>
                <a:gd name="connsiteX22" fmla="*/ 27864 w 94538"/>
                <a:gd name="connsiteY22" fmla="*/ 83083 h 185178"/>
                <a:gd name="connsiteX23" fmla="*/ 4947 w 94538"/>
                <a:gd name="connsiteY23" fmla="*/ 83083 h 185178"/>
                <a:gd name="connsiteX24" fmla="*/ 0 w 94538"/>
                <a:gd name="connsiteY24" fmla="*/ 77883 h 185178"/>
                <a:gd name="connsiteX25" fmla="*/ 0 w 94538"/>
                <a:gd name="connsiteY25" fmla="*/ 69018 h 185178"/>
                <a:gd name="connsiteX26" fmla="*/ 4947 w 94538"/>
                <a:gd name="connsiteY26" fmla="*/ 63817 h 1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4538" h="185178">
                  <a:moveTo>
                    <a:pt x="4947" y="63817"/>
                  </a:moveTo>
                  <a:lnTo>
                    <a:pt x="27864" y="63817"/>
                  </a:lnTo>
                  <a:lnTo>
                    <a:pt x="27864" y="53137"/>
                  </a:lnTo>
                  <a:cubicBezTo>
                    <a:pt x="27864" y="17716"/>
                    <a:pt x="43142" y="0"/>
                    <a:pt x="73704" y="0"/>
                  </a:cubicBezTo>
                  <a:cubicBezTo>
                    <a:pt x="79952" y="0"/>
                    <a:pt x="85509" y="781"/>
                    <a:pt x="90373" y="2349"/>
                  </a:cubicBezTo>
                  <a:cubicBezTo>
                    <a:pt x="93148" y="3048"/>
                    <a:pt x="94539" y="4864"/>
                    <a:pt x="94539" y="7817"/>
                  </a:cubicBezTo>
                  <a:lnTo>
                    <a:pt x="94539" y="16935"/>
                  </a:lnTo>
                  <a:cubicBezTo>
                    <a:pt x="94539" y="20060"/>
                    <a:pt x="93243" y="21622"/>
                    <a:pt x="90633" y="21622"/>
                  </a:cubicBezTo>
                  <a:cubicBezTo>
                    <a:pt x="90113" y="21622"/>
                    <a:pt x="89503" y="21539"/>
                    <a:pt x="88811" y="21361"/>
                  </a:cubicBezTo>
                  <a:cubicBezTo>
                    <a:pt x="85337" y="20669"/>
                    <a:pt x="81597" y="20320"/>
                    <a:pt x="77610" y="20320"/>
                  </a:cubicBezTo>
                  <a:cubicBezTo>
                    <a:pt x="67881" y="20320"/>
                    <a:pt x="60896" y="22752"/>
                    <a:pt x="56648" y="27610"/>
                  </a:cubicBezTo>
                  <a:cubicBezTo>
                    <a:pt x="52388" y="32474"/>
                    <a:pt x="50266" y="40805"/>
                    <a:pt x="50266" y="52616"/>
                  </a:cubicBezTo>
                  <a:lnTo>
                    <a:pt x="50266" y="63817"/>
                  </a:lnTo>
                  <a:lnTo>
                    <a:pt x="87769" y="63817"/>
                  </a:lnTo>
                  <a:cubicBezTo>
                    <a:pt x="91059" y="63817"/>
                    <a:pt x="92716" y="65551"/>
                    <a:pt x="92716" y="69018"/>
                  </a:cubicBezTo>
                  <a:lnTo>
                    <a:pt x="92716" y="77883"/>
                  </a:lnTo>
                  <a:cubicBezTo>
                    <a:pt x="92716" y="81350"/>
                    <a:pt x="91059" y="83083"/>
                    <a:pt x="87769" y="83083"/>
                  </a:cubicBezTo>
                  <a:lnTo>
                    <a:pt x="50266" y="83083"/>
                  </a:lnTo>
                  <a:lnTo>
                    <a:pt x="50266" y="179972"/>
                  </a:lnTo>
                  <a:cubicBezTo>
                    <a:pt x="50266" y="183445"/>
                    <a:pt x="48520" y="185179"/>
                    <a:pt x="45053" y="185179"/>
                  </a:cubicBezTo>
                  <a:lnTo>
                    <a:pt x="32817" y="185179"/>
                  </a:lnTo>
                  <a:cubicBezTo>
                    <a:pt x="29514" y="185179"/>
                    <a:pt x="27864" y="183445"/>
                    <a:pt x="27864" y="179972"/>
                  </a:cubicBezTo>
                  <a:lnTo>
                    <a:pt x="27864" y="83083"/>
                  </a:lnTo>
                  <a:lnTo>
                    <a:pt x="4947" y="83083"/>
                  </a:lnTo>
                  <a:cubicBezTo>
                    <a:pt x="1644" y="83083"/>
                    <a:pt x="0" y="81350"/>
                    <a:pt x="0" y="77883"/>
                  </a:cubicBezTo>
                  <a:lnTo>
                    <a:pt x="0" y="69018"/>
                  </a:lnTo>
                  <a:cubicBezTo>
                    <a:pt x="0" y="65551"/>
                    <a:pt x="1644" y="63817"/>
                    <a:pt x="4947" y="6381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4B199B3-EC9D-B133-EB6D-C0ED2C8A2C8E}"/>
                </a:ext>
              </a:extLst>
            </p:cNvPr>
            <p:cNvSpPr/>
            <p:nvPr/>
          </p:nvSpPr>
          <p:spPr>
            <a:xfrm>
              <a:off x="3507857" y="3732864"/>
              <a:ext cx="127368" cy="126581"/>
            </a:xfrm>
            <a:custGeom>
              <a:avLst/>
              <a:gdLst>
                <a:gd name="connsiteX0" fmla="*/ 18497 w 127368"/>
                <a:gd name="connsiteY0" fmla="*/ 18231 h 126581"/>
                <a:gd name="connsiteX1" fmla="*/ 63811 w 127368"/>
                <a:gd name="connsiteY1" fmla="*/ 0 h 126581"/>
                <a:gd name="connsiteX2" fmla="*/ 109004 w 127368"/>
                <a:gd name="connsiteY2" fmla="*/ 18231 h 126581"/>
                <a:gd name="connsiteX3" fmla="*/ 127368 w 127368"/>
                <a:gd name="connsiteY3" fmla="*/ 63284 h 126581"/>
                <a:gd name="connsiteX4" fmla="*/ 109004 w 127368"/>
                <a:gd name="connsiteY4" fmla="*/ 108350 h 126581"/>
                <a:gd name="connsiteX5" fmla="*/ 63811 w 127368"/>
                <a:gd name="connsiteY5" fmla="*/ 126581 h 126581"/>
                <a:gd name="connsiteX6" fmla="*/ 18364 w 127368"/>
                <a:gd name="connsiteY6" fmla="*/ 108350 h 126581"/>
                <a:gd name="connsiteX7" fmla="*/ 0 w 127368"/>
                <a:gd name="connsiteY7" fmla="*/ 63284 h 126581"/>
                <a:gd name="connsiteX8" fmla="*/ 18497 w 127368"/>
                <a:gd name="connsiteY8" fmla="*/ 18231 h 126581"/>
                <a:gd name="connsiteX9" fmla="*/ 22923 w 127368"/>
                <a:gd name="connsiteY9" fmla="*/ 63284 h 126581"/>
                <a:gd name="connsiteX10" fmla="*/ 34385 w 127368"/>
                <a:gd name="connsiteY10" fmla="*/ 94285 h 126581"/>
                <a:gd name="connsiteX11" fmla="*/ 63811 w 127368"/>
                <a:gd name="connsiteY11" fmla="*/ 106528 h 126581"/>
                <a:gd name="connsiteX12" fmla="*/ 93243 w 127368"/>
                <a:gd name="connsiteY12" fmla="*/ 94285 h 126581"/>
                <a:gd name="connsiteX13" fmla="*/ 104451 w 127368"/>
                <a:gd name="connsiteY13" fmla="*/ 63284 h 126581"/>
                <a:gd name="connsiteX14" fmla="*/ 93116 w 127368"/>
                <a:gd name="connsiteY14" fmla="*/ 32557 h 126581"/>
                <a:gd name="connsiteX15" fmla="*/ 63811 w 127368"/>
                <a:gd name="connsiteY15" fmla="*/ 20320 h 126581"/>
                <a:gd name="connsiteX16" fmla="*/ 34252 w 127368"/>
                <a:gd name="connsiteY16" fmla="*/ 32557 h 126581"/>
                <a:gd name="connsiteX17" fmla="*/ 22923 w 127368"/>
                <a:gd name="connsiteY17" fmla="*/ 63284 h 12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368" h="126581">
                  <a:moveTo>
                    <a:pt x="18497" y="18231"/>
                  </a:moveTo>
                  <a:cubicBezTo>
                    <a:pt x="30651" y="6077"/>
                    <a:pt x="45758" y="0"/>
                    <a:pt x="63811" y="0"/>
                  </a:cubicBezTo>
                  <a:cubicBezTo>
                    <a:pt x="81699" y="0"/>
                    <a:pt x="96761" y="6077"/>
                    <a:pt x="109004" y="18231"/>
                  </a:cubicBezTo>
                  <a:cubicBezTo>
                    <a:pt x="121247" y="30385"/>
                    <a:pt x="127368" y="45409"/>
                    <a:pt x="127368" y="63284"/>
                  </a:cubicBezTo>
                  <a:cubicBezTo>
                    <a:pt x="127368" y="81172"/>
                    <a:pt x="121247" y="96196"/>
                    <a:pt x="109004" y="108350"/>
                  </a:cubicBezTo>
                  <a:cubicBezTo>
                    <a:pt x="96761" y="120504"/>
                    <a:pt x="81699" y="126581"/>
                    <a:pt x="63811" y="126581"/>
                  </a:cubicBezTo>
                  <a:cubicBezTo>
                    <a:pt x="45758" y="126581"/>
                    <a:pt x="30613" y="120504"/>
                    <a:pt x="18364" y="108350"/>
                  </a:cubicBezTo>
                  <a:cubicBezTo>
                    <a:pt x="6128" y="96196"/>
                    <a:pt x="0" y="81172"/>
                    <a:pt x="0" y="63284"/>
                  </a:cubicBezTo>
                  <a:cubicBezTo>
                    <a:pt x="0" y="45409"/>
                    <a:pt x="6166" y="30385"/>
                    <a:pt x="18497" y="18231"/>
                  </a:cubicBezTo>
                  <a:close/>
                  <a:moveTo>
                    <a:pt x="22923" y="63284"/>
                  </a:moveTo>
                  <a:cubicBezTo>
                    <a:pt x="22923" y="75794"/>
                    <a:pt x="26746" y="86125"/>
                    <a:pt x="34385" y="94285"/>
                  </a:cubicBezTo>
                  <a:cubicBezTo>
                    <a:pt x="41846" y="102451"/>
                    <a:pt x="51657" y="106528"/>
                    <a:pt x="63811" y="106528"/>
                  </a:cubicBezTo>
                  <a:cubicBezTo>
                    <a:pt x="75965" y="106528"/>
                    <a:pt x="85782" y="102451"/>
                    <a:pt x="93243" y="94285"/>
                  </a:cubicBezTo>
                  <a:cubicBezTo>
                    <a:pt x="100711" y="86125"/>
                    <a:pt x="104451" y="75794"/>
                    <a:pt x="104451" y="63284"/>
                  </a:cubicBezTo>
                  <a:cubicBezTo>
                    <a:pt x="104451" y="50965"/>
                    <a:pt x="100666" y="40723"/>
                    <a:pt x="93116" y="32557"/>
                  </a:cubicBezTo>
                  <a:cubicBezTo>
                    <a:pt x="85566" y="24403"/>
                    <a:pt x="75800" y="20320"/>
                    <a:pt x="63811" y="20320"/>
                  </a:cubicBezTo>
                  <a:cubicBezTo>
                    <a:pt x="51657" y="20320"/>
                    <a:pt x="41808" y="24403"/>
                    <a:pt x="34252" y="32557"/>
                  </a:cubicBezTo>
                  <a:cubicBezTo>
                    <a:pt x="26695" y="40723"/>
                    <a:pt x="22923" y="50965"/>
                    <a:pt x="22923" y="63284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AD01832-D0B1-483B-73C4-4F21796CE23B}"/>
                </a:ext>
              </a:extLst>
            </p:cNvPr>
            <p:cNvSpPr/>
            <p:nvPr/>
          </p:nvSpPr>
          <p:spPr>
            <a:xfrm>
              <a:off x="3668296" y="3733385"/>
              <a:ext cx="73443" cy="123450"/>
            </a:xfrm>
            <a:custGeom>
              <a:avLst/>
              <a:gdLst>
                <a:gd name="connsiteX0" fmla="*/ 5200 w 73443"/>
                <a:gd name="connsiteY0" fmla="*/ 2089 h 123450"/>
                <a:gd name="connsiteX1" fmla="*/ 16929 w 73443"/>
                <a:gd name="connsiteY1" fmla="*/ 2089 h 123450"/>
                <a:gd name="connsiteX2" fmla="*/ 22136 w 73443"/>
                <a:gd name="connsiteY2" fmla="*/ 7290 h 123450"/>
                <a:gd name="connsiteX3" fmla="*/ 22136 w 73443"/>
                <a:gd name="connsiteY3" fmla="*/ 26302 h 123450"/>
                <a:gd name="connsiteX4" fmla="*/ 22396 w 73443"/>
                <a:gd name="connsiteY4" fmla="*/ 26302 h 123450"/>
                <a:gd name="connsiteX5" fmla="*/ 61722 w 73443"/>
                <a:gd name="connsiteY5" fmla="*/ 0 h 123450"/>
                <a:gd name="connsiteX6" fmla="*/ 69018 w 73443"/>
                <a:gd name="connsiteY6" fmla="*/ 521 h 123450"/>
                <a:gd name="connsiteX7" fmla="*/ 73444 w 73443"/>
                <a:gd name="connsiteY7" fmla="*/ 6515 h 123450"/>
                <a:gd name="connsiteX8" fmla="*/ 73444 w 73443"/>
                <a:gd name="connsiteY8" fmla="*/ 16669 h 123450"/>
                <a:gd name="connsiteX9" fmla="*/ 69278 w 73443"/>
                <a:gd name="connsiteY9" fmla="*/ 21095 h 123450"/>
                <a:gd name="connsiteX10" fmla="*/ 67976 w 73443"/>
                <a:gd name="connsiteY10" fmla="*/ 21095 h 123450"/>
                <a:gd name="connsiteX11" fmla="*/ 61461 w 73443"/>
                <a:gd name="connsiteY11" fmla="*/ 20834 h 123450"/>
                <a:gd name="connsiteX12" fmla="*/ 32690 w 73443"/>
                <a:gd name="connsiteY12" fmla="*/ 33077 h 123450"/>
                <a:gd name="connsiteX13" fmla="*/ 22396 w 73443"/>
                <a:gd name="connsiteY13" fmla="*/ 70586 h 123450"/>
                <a:gd name="connsiteX14" fmla="*/ 22396 w 73443"/>
                <a:gd name="connsiteY14" fmla="*/ 118243 h 123450"/>
                <a:gd name="connsiteX15" fmla="*/ 17189 w 73443"/>
                <a:gd name="connsiteY15" fmla="*/ 123450 h 123450"/>
                <a:gd name="connsiteX16" fmla="*/ 5200 w 73443"/>
                <a:gd name="connsiteY16" fmla="*/ 123450 h 123450"/>
                <a:gd name="connsiteX17" fmla="*/ 0 w 73443"/>
                <a:gd name="connsiteY17" fmla="*/ 118243 h 123450"/>
                <a:gd name="connsiteX18" fmla="*/ 0 w 73443"/>
                <a:gd name="connsiteY18" fmla="*/ 7290 h 123450"/>
                <a:gd name="connsiteX19" fmla="*/ 5200 w 73443"/>
                <a:gd name="connsiteY19" fmla="*/ 2089 h 12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3443" h="123450">
                  <a:moveTo>
                    <a:pt x="5200" y="2089"/>
                  </a:moveTo>
                  <a:lnTo>
                    <a:pt x="16929" y="2089"/>
                  </a:lnTo>
                  <a:cubicBezTo>
                    <a:pt x="20396" y="2089"/>
                    <a:pt x="22136" y="3823"/>
                    <a:pt x="22136" y="7290"/>
                  </a:cubicBezTo>
                  <a:lnTo>
                    <a:pt x="22136" y="26302"/>
                  </a:lnTo>
                  <a:lnTo>
                    <a:pt x="22396" y="26302"/>
                  </a:lnTo>
                  <a:cubicBezTo>
                    <a:pt x="29508" y="8769"/>
                    <a:pt x="42621" y="0"/>
                    <a:pt x="61722" y="0"/>
                  </a:cubicBezTo>
                  <a:cubicBezTo>
                    <a:pt x="63455" y="0"/>
                    <a:pt x="65887" y="178"/>
                    <a:pt x="69018" y="521"/>
                  </a:cubicBezTo>
                  <a:cubicBezTo>
                    <a:pt x="71965" y="1219"/>
                    <a:pt x="73444" y="3213"/>
                    <a:pt x="73444" y="6515"/>
                  </a:cubicBezTo>
                  <a:lnTo>
                    <a:pt x="73444" y="16669"/>
                  </a:lnTo>
                  <a:cubicBezTo>
                    <a:pt x="73444" y="19621"/>
                    <a:pt x="72047" y="21095"/>
                    <a:pt x="69278" y="21095"/>
                  </a:cubicBezTo>
                  <a:lnTo>
                    <a:pt x="67976" y="21095"/>
                  </a:lnTo>
                  <a:cubicBezTo>
                    <a:pt x="66758" y="20923"/>
                    <a:pt x="64592" y="20834"/>
                    <a:pt x="61461" y="20834"/>
                  </a:cubicBezTo>
                  <a:cubicBezTo>
                    <a:pt x="49130" y="20834"/>
                    <a:pt x="39541" y="24917"/>
                    <a:pt x="32690" y="33077"/>
                  </a:cubicBezTo>
                  <a:cubicBezTo>
                    <a:pt x="25819" y="41243"/>
                    <a:pt x="22396" y="53740"/>
                    <a:pt x="22396" y="70586"/>
                  </a:cubicBezTo>
                  <a:lnTo>
                    <a:pt x="22396" y="118243"/>
                  </a:lnTo>
                  <a:cubicBezTo>
                    <a:pt x="22396" y="121717"/>
                    <a:pt x="20656" y="123450"/>
                    <a:pt x="17189" y="123450"/>
                  </a:cubicBezTo>
                  <a:lnTo>
                    <a:pt x="5200" y="123450"/>
                  </a:lnTo>
                  <a:cubicBezTo>
                    <a:pt x="1734" y="123450"/>
                    <a:pt x="0" y="121717"/>
                    <a:pt x="0" y="118243"/>
                  </a:cubicBezTo>
                  <a:lnTo>
                    <a:pt x="0" y="7290"/>
                  </a:lnTo>
                  <a:cubicBezTo>
                    <a:pt x="0" y="3823"/>
                    <a:pt x="1734" y="2089"/>
                    <a:pt x="5200" y="2089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751C3C1-54E1-2B4C-82B0-EF2D4DE9ECA8}"/>
                </a:ext>
              </a:extLst>
            </p:cNvPr>
            <p:cNvSpPr/>
            <p:nvPr/>
          </p:nvSpPr>
          <p:spPr>
            <a:xfrm>
              <a:off x="3768569" y="3732864"/>
              <a:ext cx="190646" cy="123971"/>
            </a:xfrm>
            <a:custGeom>
              <a:avLst/>
              <a:gdLst>
                <a:gd name="connsiteX0" fmla="*/ 0 w 190646"/>
                <a:gd name="connsiteY0" fmla="*/ 7811 h 123971"/>
                <a:gd name="connsiteX1" fmla="*/ 5201 w 190646"/>
                <a:gd name="connsiteY1" fmla="*/ 2610 h 123971"/>
                <a:gd name="connsiteX2" fmla="*/ 16663 w 190646"/>
                <a:gd name="connsiteY2" fmla="*/ 2610 h 123971"/>
                <a:gd name="connsiteX3" fmla="*/ 21876 w 190646"/>
                <a:gd name="connsiteY3" fmla="*/ 7811 h 123971"/>
                <a:gd name="connsiteX4" fmla="*/ 21876 w 190646"/>
                <a:gd name="connsiteY4" fmla="*/ 22917 h 123971"/>
                <a:gd name="connsiteX5" fmla="*/ 22657 w 190646"/>
                <a:gd name="connsiteY5" fmla="*/ 22917 h 123971"/>
                <a:gd name="connsiteX6" fmla="*/ 37630 w 190646"/>
                <a:gd name="connsiteY6" fmla="*/ 6122 h 123971"/>
                <a:gd name="connsiteX7" fmla="*/ 61462 w 190646"/>
                <a:gd name="connsiteY7" fmla="*/ 0 h 123971"/>
                <a:gd name="connsiteX8" fmla="*/ 85554 w 190646"/>
                <a:gd name="connsiteY8" fmla="*/ 6642 h 123971"/>
                <a:gd name="connsiteX9" fmla="*/ 101054 w 190646"/>
                <a:gd name="connsiteY9" fmla="*/ 25267 h 123971"/>
                <a:gd name="connsiteX10" fmla="*/ 101835 w 190646"/>
                <a:gd name="connsiteY10" fmla="*/ 25267 h 123971"/>
                <a:gd name="connsiteX11" fmla="*/ 118891 w 190646"/>
                <a:gd name="connsiteY11" fmla="*/ 6642 h 123971"/>
                <a:gd name="connsiteX12" fmla="*/ 144806 w 190646"/>
                <a:gd name="connsiteY12" fmla="*/ 0 h 123971"/>
                <a:gd name="connsiteX13" fmla="*/ 178276 w 190646"/>
                <a:gd name="connsiteY13" fmla="*/ 13545 h 123971"/>
                <a:gd name="connsiteX14" fmla="*/ 190646 w 190646"/>
                <a:gd name="connsiteY14" fmla="*/ 50527 h 123971"/>
                <a:gd name="connsiteX15" fmla="*/ 190646 w 190646"/>
                <a:gd name="connsiteY15" fmla="*/ 118764 h 123971"/>
                <a:gd name="connsiteX16" fmla="*/ 185433 w 190646"/>
                <a:gd name="connsiteY16" fmla="*/ 123971 h 123971"/>
                <a:gd name="connsiteX17" fmla="*/ 173196 w 190646"/>
                <a:gd name="connsiteY17" fmla="*/ 123971 h 123971"/>
                <a:gd name="connsiteX18" fmla="*/ 168244 w 190646"/>
                <a:gd name="connsiteY18" fmla="*/ 118764 h 123971"/>
                <a:gd name="connsiteX19" fmla="*/ 168244 w 190646"/>
                <a:gd name="connsiteY19" fmla="*/ 56001 h 123971"/>
                <a:gd name="connsiteX20" fmla="*/ 160827 w 190646"/>
                <a:gd name="connsiteY20" fmla="*/ 29566 h 123971"/>
                <a:gd name="connsiteX21" fmla="*/ 139859 w 190646"/>
                <a:gd name="connsiteY21" fmla="*/ 20581 h 123971"/>
                <a:gd name="connsiteX22" fmla="*/ 115894 w 190646"/>
                <a:gd name="connsiteY22" fmla="*/ 30480 h 123971"/>
                <a:gd name="connsiteX23" fmla="*/ 106521 w 190646"/>
                <a:gd name="connsiteY23" fmla="*/ 57042 h 123971"/>
                <a:gd name="connsiteX24" fmla="*/ 106521 w 190646"/>
                <a:gd name="connsiteY24" fmla="*/ 118764 h 123971"/>
                <a:gd name="connsiteX25" fmla="*/ 101314 w 190646"/>
                <a:gd name="connsiteY25" fmla="*/ 123971 h 123971"/>
                <a:gd name="connsiteX26" fmla="*/ 89326 w 190646"/>
                <a:gd name="connsiteY26" fmla="*/ 123971 h 123971"/>
                <a:gd name="connsiteX27" fmla="*/ 84119 w 190646"/>
                <a:gd name="connsiteY27" fmla="*/ 118764 h 123971"/>
                <a:gd name="connsiteX28" fmla="*/ 84119 w 190646"/>
                <a:gd name="connsiteY28" fmla="*/ 56001 h 123971"/>
                <a:gd name="connsiteX29" fmla="*/ 76569 w 190646"/>
                <a:gd name="connsiteY29" fmla="*/ 29566 h 123971"/>
                <a:gd name="connsiteX30" fmla="*/ 55734 w 190646"/>
                <a:gd name="connsiteY30" fmla="*/ 20581 h 123971"/>
                <a:gd name="connsiteX31" fmla="*/ 31776 w 190646"/>
                <a:gd name="connsiteY31" fmla="*/ 30601 h 123971"/>
                <a:gd name="connsiteX32" fmla="*/ 22397 w 190646"/>
                <a:gd name="connsiteY32" fmla="*/ 57042 h 123971"/>
                <a:gd name="connsiteX33" fmla="*/ 22397 w 190646"/>
                <a:gd name="connsiteY33" fmla="*/ 118764 h 123971"/>
                <a:gd name="connsiteX34" fmla="*/ 17183 w 190646"/>
                <a:gd name="connsiteY34" fmla="*/ 123971 h 123971"/>
                <a:gd name="connsiteX35" fmla="*/ 5201 w 190646"/>
                <a:gd name="connsiteY35" fmla="*/ 123971 h 123971"/>
                <a:gd name="connsiteX36" fmla="*/ 0 w 190646"/>
                <a:gd name="connsiteY36" fmla="*/ 118764 h 123971"/>
                <a:gd name="connsiteX37" fmla="*/ 0 w 190646"/>
                <a:gd name="connsiteY37" fmla="*/ 7811 h 12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0646" h="123971">
                  <a:moveTo>
                    <a:pt x="0" y="7811"/>
                  </a:moveTo>
                  <a:cubicBezTo>
                    <a:pt x="0" y="4344"/>
                    <a:pt x="1734" y="2610"/>
                    <a:pt x="5201" y="2610"/>
                  </a:cubicBezTo>
                  <a:lnTo>
                    <a:pt x="16663" y="2610"/>
                  </a:lnTo>
                  <a:cubicBezTo>
                    <a:pt x="20136" y="2610"/>
                    <a:pt x="21876" y="4344"/>
                    <a:pt x="21876" y="7811"/>
                  </a:cubicBezTo>
                  <a:lnTo>
                    <a:pt x="21876" y="22917"/>
                  </a:lnTo>
                  <a:lnTo>
                    <a:pt x="22657" y="22917"/>
                  </a:lnTo>
                  <a:cubicBezTo>
                    <a:pt x="25781" y="15805"/>
                    <a:pt x="30766" y="10205"/>
                    <a:pt x="37630" y="6122"/>
                  </a:cubicBezTo>
                  <a:cubicBezTo>
                    <a:pt x="44488" y="2039"/>
                    <a:pt x="52432" y="0"/>
                    <a:pt x="61462" y="0"/>
                  </a:cubicBezTo>
                  <a:cubicBezTo>
                    <a:pt x="70663" y="0"/>
                    <a:pt x="78696" y="2216"/>
                    <a:pt x="85554" y="6642"/>
                  </a:cubicBezTo>
                  <a:cubicBezTo>
                    <a:pt x="92412" y="11075"/>
                    <a:pt x="97574" y="17278"/>
                    <a:pt x="101054" y="25267"/>
                  </a:cubicBezTo>
                  <a:lnTo>
                    <a:pt x="101835" y="25267"/>
                  </a:lnTo>
                  <a:cubicBezTo>
                    <a:pt x="105651" y="17278"/>
                    <a:pt x="111335" y="11075"/>
                    <a:pt x="118891" y="6642"/>
                  </a:cubicBezTo>
                  <a:cubicBezTo>
                    <a:pt x="126442" y="2216"/>
                    <a:pt x="135084" y="0"/>
                    <a:pt x="144806" y="0"/>
                  </a:cubicBezTo>
                  <a:cubicBezTo>
                    <a:pt x="158871" y="0"/>
                    <a:pt x="170028" y="4521"/>
                    <a:pt x="178276" y="13545"/>
                  </a:cubicBezTo>
                  <a:cubicBezTo>
                    <a:pt x="186519" y="22575"/>
                    <a:pt x="190646" y="34906"/>
                    <a:pt x="190646" y="50527"/>
                  </a:cubicBezTo>
                  <a:lnTo>
                    <a:pt x="190646" y="118764"/>
                  </a:lnTo>
                  <a:cubicBezTo>
                    <a:pt x="190646" y="122238"/>
                    <a:pt x="188913" y="123971"/>
                    <a:pt x="185433" y="123971"/>
                  </a:cubicBezTo>
                  <a:lnTo>
                    <a:pt x="173196" y="123971"/>
                  </a:lnTo>
                  <a:cubicBezTo>
                    <a:pt x="169894" y="123971"/>
                    <a:pt x="168244" y="122238"/>
                    <a:pt x="168244" y="118764"/>
                  </a:cubicBezTo>
                  <a:lnTo>
                    <a:pt x="168244" y="56001"/>
                  </a:lnTo>
                  <a:cubicBezTo>
                    <a:pt x="168244" y="44367"/>
                    <a:pt x="165773" y="35547"/>
                    <a:pt x="160827" y="29566"/>
                  </a:cubicBezTo>
                  <a:cubicBezTo>
                    <a:pt x="155880" y="23571"/>
                    <a:pt x="148889" y="20581"/>
                    <a:pt x="139859" y="20581"/>
                  </a:cubicBezTo>
                  <a:cubicBezTo>
                    <a:pt x="130137" y="20581"/>
                    <a:pt x="122149" y="23876"/>
                    <a:pt x="115894" y="30480"/>
                  </a:cubicBezTo>
                  <a:cubicBezTo>
                    <a:pt x="109646" y="37078"/>
                    <a:pt x="106521" y="45930"/>
                    <a:pt x="106521" y="57042"/>
                  </a:cubicBezTo>
                  <a:lnTo>
                    <a:pt x="106521" y="118764"/>
                  </a:lnTo>
                  <a:cubicBezTo>
                    <a:pt x="106521" y="122238"/>
                    <a:pt x="104782" y="123971"/>
                    <a:pt x="101314" y="123971"/>
                  </a:cubicBezTo>
                  <a:lnTo>
                    <a:pt x="89326" y="123971"/>
                  </a:lnTo>
                  <a:cubicBezTo>
                    <a:pt x="85852" y="123971"/>
                    <a:pt x="84119" y="122238"/>
                    <a:pt x="84119" y="118764"/>
                  </a:cubicBezTo>
                  <a:lnTo>
                    <a:pt x="84119" y="56001"/>
                  </a:lnTo>
                  <a:cubicBezTo>
                    <a:pt x="84119" y="44367"/>
                    <a:pt x="81604" y="35547"/>
                    <a:pt x="76569" y="29566"/>
                  </a:cubicBezTo>
                  <a:cubicBezTo>
                    <a:pt x="71527" y="23571"/>
                    <a:pt x="64593" y="20581"/>
                    <a:pt x="55734" y="20581"/>
                  </a:cubicBezTo>
                  <a:cubicBezTo>
                    <a:pt x="46006" y="20581"/>
                    <a:pt x="38017" y="23927"/>
                    <a:pt x="31776" y="30601"/>
                  </a:cubicBezTo>
                  <a:cubicBezTo>
                    <a:pt x="25521" y="37294"/>
                    <a:pt x="22397" y="46101"/>
                    <a:pt x="22397" y="57042"/>
                  </a:cubicBezTo>
                  <a:lnTo>
                    <a:pt x="22397" y="118764"/>
                  </a:lnTo>
                  <a:cubicBezTo>
                    <a:pt x="22397" y="122238"/>
                    <a:pt x="20657" y="123971"/>
                    <a:pt x="17183" y="123971"/>
                  </a:cubicBezTo>
                  <a:lnTo>
                    <a:pt x="5201" y="123971"/>
                  </a:lnTo>
                  <a:cubicBezTo>
                    <a:pt x="1734" y="123971"/>
                    <a:pt x="0" y="122238"/>
                    <a:pt x="0" y="118764"/>
                  </a:cubicBezTo>
                  <a:lnTo>
                    <a:pt x="0" y="7811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774020A-14C3-C444-10F4-654D96034398}"/>
                </a:ext>
              </a:extLst>
            </p:cNvPr>
            <p:cNvSpPr/>
            <p:nvPr/>
          </p:nvSpPr>
          <p:spPr>
            <a:xfrm>
              <a:off x="3990203" y="3732864"/>
              <a:ext cx="123450" cy="126581"/>
            </a:xfrm>
            <a:custGeom>
              <a:avLst/>
              <a:gdLst>
                <a:gd name="connsiteX0" fmla="*/ 0 w 123450"/>
                <a:gd name="connsiteY0" fmla="*/ 63284 h 126581"/>
                <a:gd name="connsiteX1" fmla="*/ 17316 w 123450"/>
                <a:gd name="connsiteY1" fmla="*/ 17710 h 126581"/>
                <a:gd name="connsiteX2" fmla="*/ 62516 w 123450"/>
                <a:gd name="connsiteY2" fmla="*/ 0 h 126581"/>
                <a:gd name="connsiteX3" fmla="*/ 106655 w 123450"/>
                <a:gd name="connsiteY3" fmla="*/ 17190 h 126581"/>
                <a:gd name="connsiteX4" fmla="*/ 123451 w 123450"/>
                <a:gd name="connsiteY4" fmla="*/ 62510 h 126581"/>
                <a:gd name="connsiteX5" fmla="*/ 123451 w 123450"/>
                <a:gd name="connsiteY5" fmla="*/ 64853 h 126581"/>
                <a:gd name="connsiteX6" fmla="*/ 117469 w 123450"/>
                <a:gd name="connsiteY6" fmla="*/ 70847 h 126581"/>
                <a:gd name="connsiteX7" fmla="*/ 22397 w 123450"/>
                <a:gd name="connsiteY7" fmla="*/ 70847 h 126581"/>
                <a:gd name="connsiteX8" fmla="*/ 35039 w 123450"/>
                <a:gd name="connsiteY8" fmla="*/ 98190 h 126581"/>
                <a:gd name="connsiteX9" fmla="*/ 63551 w 123450"/>
                <a:gd name="connsiteY9" fmla="*/ 107569 h 126581"/>
                <a:gd name="connsiteX10" fmla="*/ 85039 w 123450"/>
                <a:gd name="connsiteY10" fmla="*/ 103143 h 126581"/>
                <a:gd name="connsiteX11" fmla="*/ 97930 w 123450"/>
                <a:gd name="connsiteY11" fmla="*/ 91415 h 126581"/>
                <a:gd name="connsiteX12" fmla="*/ 103924 w 123450"/>
                <a:gd name="connsiteY12" fmla="*/ 87249 h 126581"/>
                <a:gd name="connsiteX13" fmla="*/ 115119 w 123450"/>
                <a:gd name="connsiteY13" fmla="*/ 87249 h 126581"/>
                <a:gd name="connsiteX14" fmla="*/ 119158 w 123450"/>
                <a:gd name="connsiteY14" fmla="*/ 88297 h 126581"/>
                <a:gd name="connsiteX15" fmla="*/ 120333 w 123450"/>
                <a:gd name="connsiteY15" fmla="*/ 90894 h 126581"/>
                <a:gd name="connsiteX16" fmla="*/ 120333 w 123450"/>
                <a:gd name="connsiteY16" fmla="*/ 91415 h 126581"/>
                <a:gd name="connsiteX17" fmla="*/ 100019 w 123450"/>
                <a:gd name="connsiteY17" fmla="*/ 116815 h 126581"/>
                <a:gd name="connsiteX18" fmla="*/ 63297 w 123450"/>
                <a:gd name="connsiteY18" fmla="*/ 126581 h 126581"/>
                <a:gd name="connsiteX19" fmla="*/ 17316 w 123450"/>
                <a:gd name="connsiteY19" fmla="*/ 109125 h 126581"/>
                <a:gd name="connsiteX20" fmla="*/ 0 w 123450"/>
                <a:gd name="connsiteY20" fmla="*/ 63284 h 126581"/>
                <a:gd name="connsiteX21" fmla="*/ 22923 w 123450"/>
                <a:gd name="connsiteY21" fmla="*/ 53397 h 126581"/>
                <a:gd name="connsiteX22" fmla="*/ 100533 w 123450"/>
                <a:gd name="connsiteY22" fmla="*/ 53397 h 126581"/>
                <a:gd name="connsiteX23" fmla="*/ 88297 w 123450"/>
                <a:gd name="connsiteY23" fmla="*/ 27610 h 126581"/>
                <a:gd name="connsiteX24" fmla="*/ 62256 w 123450"/>
                <a:gd name="connsiteY24" fmla="*/ 18752 h 126581"/>
                <a:gd name="connsiteX25" fmla="*/ 35427 w 123450"/>
                <a:gd name="connsiteY25" fmla="*/ 27610 h 126581"/>
                <a:gd name="connsiteX26" fmla="*/ 22923 w 123450"/>
                <a:gd name="connsiteY26" fmla="*/ 53397 h 12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3450" h="126581">
                  <a:moveTo>
                    <a:pt x="0" y="63284"/>
                  </a:moveTo>
                  <a:cubicBezTo>
                    <a:pt x="0" y="44710"/>
                    <a:pt x="5772" y="29515"/>
                    <a:pt x="17316" y="17710"/>
                  </a:cubicBezTo>
                  <a:cubicBezTo>
                    <a:pt x="28867" y="5906"/>
                    <a:pt x="43929" y="0"/>
                    <a:pt x="62516" y="0"/>
                  </a:cubicBezTo>
                  <a:cubicBezTo>
                    <a:pt x="80747" y="0"/>
                    <a:pt x="95460" y="5734"/>
                    <a:pt x="106655" y="17190"/>
                  </a:cubicBezTo>
                  <a:cubicBezTo>
                    <a:pt x="117863" y="28651"/>
                    <a:pt x="123451" y="43758"/>
                    <a:pt x="123451" y="62510"/>
                  </a:cubicBezTo>
                  <a:lnTo>
                    <a:pt x="123451" y="64853"/>
                  </a:lnTo>
                  <a:cubicBezTo>
                    <a:pt x="123451" y="68853"/>
                    <a:pt x="121457" y="70847"/>
                    <a:pt x="117469" y="70847"/>
                  </a:cubicBezTo>
                  <a:lnTo>
                    <a:pt x="22397" y="70847"/>
                  </a:lnTo>
                  <a:cubicBezTo>
                    <a:pt x="23609" y="82823"/>
                    <a:pt x="27826" y="91935"/>
                    <a:pt x="35039" y="98190"/>
                  </a:cubicBezTo>
                  <a:cubicBezTo>
                    <a:pt x="42234" y="104439"/>
                    <a:pt x="51740" y="107569"/>
                    <a:pt x="63551" y="107569"/>
                  </a:cubicBezTo>
                  <a:cubicBezTo>
                    <a:pt x="71889" y="107569"/>
                    <a:pt x="79051" y="106096"/>
                    <a:pt x="85039" y="103143"/>
                  </a:cubicBezTo>
                  <a:cubicBezTo>
                    <a:pt x="91034" y="100184"/>
                    <a:pt x="95333" y="96279"/>
                    <a:pt x="97930" y="91415"/>
                  </a:cubicBezTo>
                  <a:cubicBezTo>
                    <a:pt x="99143" y="88646"/>
                    <a:pt x="101143" y="87249"/>
                    <a:pt x="103924" y="87249"/>
                  </a:cubicBezTo>
                  <a:lnTo>
                    <a:pt x="115119" y="87249"/>
                  </a:lnTo>
                  <a:cubicBezTo>
                    <a:pt x="117030" y="87249"/>
                    <a:pt x="118383" y="87605"/>
                    <a:pt x="119158" y="88297"/>
                  </a:cubicBezTo>
                  <a:cubicBezTo>
                    <a:pt x="119939" y="88989"/>
                    <a:pt x="120333" y="89859"/>
                    <a:pt x="120333" y="90894"/>
                  </a:cubicBezTo>
                  <a:lnTo>
                    <a:pt x="120333" y="91415"/>
                  </a:lnTo>
                  <a:cubicBezTo>
                    <a:pt x="116853" y="101835"/>
                    <a:pt x="110084" y="110300"/>
                    <a:pt x="100019" y="116815"/>
                  </a:cubicBezTo>
                  <a:cubicBezTo>
                    <a:pt x="89948" y="123324"/>
                    <a:pt x="77705" y="126581"/>
                    <a:pt x="63297" y="126581"/>
                  </a:cubicBezTo>
                  <a:cubicBezTo>
                    <a:pt x="44190" y="126581"/>
                    <a:pt x="28867" y="120764"/>
                    <a:pt x="17316" y="109125"/>
                  </a:cubicBezTo>
                  <a:cubicBezTo>
                    <a:pt x="5772" y="97505"/>
                    <a:pt x="0" y="82214"/>
                    <a:pt x="0" y="63284"/>
                  </a:cubicBezTo>
                  <a:close/>
                  <a:moveTo>
                    <a:pt x="22923" y="53397"/>
                  </a:moveTo>
                  <a:lnTo>
                    <a:pt x="100533" y="53397"/>
                  </a:lnTo>
                  <a:cubicBezTo>
                    <a:pt x="98978" y="42107"/>
                    <a:pt x="94895" y="33515"/>
                    <a:pt x="88297" y="27610"/>
                  </a:cubicBezTo>
                  <a:cubicBezTo>
                    <a:pt x="81699" y="21704"/>
                    <a:pt x="73019" y="18752"/>
                    <a:pt x="62256" y="18752"/>
                  </a:cubicBezTo>
                  <a:cubicBezTo>
                    <a:pt x="51137" y="18752"/>
                    <a:pt x="42196" y="21704"/>
                    <a:pt x="35427" y="27610"/>
                  </a:cubicBezTo>
                  <a:cubicBezTo>
                    <a:pt x="28651" y="33515"/>
                    <a:pt x="24486" y="42107"/>
                    <a:pt x="22923" y="5339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3B7C390-5439-E3F4-3D43-C2578453795A}"/>
                </a:ext>
              </a:extLst>
            </p:cNvPr>
            <p:cNvSpPr/>
            <p:nvPr/>
          </p:nvSpPr>
          <p:spPr>
            <a:xfrm>
              <a:off x="4138927" y="3674527"/>
              <a:ext cx="126320" cy="184918"/>
            </a:xfrm>
            <a:custGeom>
              <a:avLst/>
              <a:gdLst>
                <a:gd name="connsiteX0" fmla="*/ 17704 w 126320"/>
                <a:gd name="connsiteY0" fmla="*/ 76568 h 184918"/>
                <a:gd name="connsiteX1" fmla="*/ 60420 w 126320"/>
                <a:gd name="connsiteY1" fmla="*/ 58337 h 184918"/>
                <a:gd name="connsiteX2" fmla="*/ 86080 w 126320"/>
                <a:gd name="connsiteY2" fmla="*/ 64332 h 184918"/>
                <a:gd name="connsiteX3" fmla="*/ 103137 w 126320"/>
                <a:gd name="connsiteY3" fmla="*/ 80473 h 184918"/>
                <a:gd name="connsiteX4" fmla="*/ 103924 w 126320"/>
                <a:gd name="connsiteY4" fmla="*/ 80473 h 184918"/>
                <a:gd name="connsiteX5" fmla="*/ 103924 w 126320"/>
                <a:gd name="connsiteY5" fmla="*/ 5207 h 184918"/>
                <a:gd name="connsiteX6" fmla="*/ 109131 w 126320"/>
                <a:gd name="connsiteY6" fmla="*/ 0 h 184918"/>
                <a:gd name="connsiteX7" fmla="*/ 121367 w 126320"/>
                <a:gd name="connsiteY7" fmla="*/ 0 h 184918"/>
                <a:gd name="connsiteX8" fmla="*/ 126321 w 126320"/>
                <a:gd name="connsiteY8" fmla="*/ 5207 h 184918"/>
                <a:gd name="connsiteX9" fmla="*/ 126321 w 126320"/>
                <a:gd name="connsiteY9" fmla="*/ 177101 h 184918"/>
                <a:gd name="connsiteX10" fmla="*/ 121367 w 126320"/>
                <a:gd name="connsiteY10" fmla="*/ 182308 h 184918"/>
                <a:gd name="connsiteX11" fmla="*/ 109391 w 126320"/>
                <a:gd name="connsiteY11" fmla="*/ 182308 h 184918"/>
                <a:gd name="connsiteX12" fmla="*/ 104184 w 126320"/>
                <a:gd name="connsiteY12" fmla="*/ 177101 h 184918"/>
                <a:gd name="connsiteX13" fmla="*/ 104184 w 126320"/>
                <a:gd name="connsiteY13" fmla="*/ 162776 h 184918"/>
                <a:gd name="connsiteX14" fmla="*/ 103657 w 126320"/>
                <a:gd name="connsiteY14" fmla="*/ 162776 h 184918"/>
                <a:gd name="connsiteX15" fmla="*/ 86728 w 126320"/>
                <a:gd name="connsiteY15" fmla="*/ 179057 h 184918"/>
                <a:gd name="connsiteX16" fmla="*/ 60680 w 126320"/>
                <a:gd name="connsiteY16" fmla="*/ 184918 h 184918"/>
                <a:gd name="connsiteX17" fmla="*/ 17577 w 126320"/>
                <a:gd name="connsiteY17" fmla="*/ 166688 h 184918"/>
                <a:gd name="connsiteX18" fmla="*/ 0 w 126320"/>
                <a:gd name="connsiteY18" fmla="*/ 121621 h 184918"/>
                <a:gd name="connsiteX19" fmla="*/ 17704 w 126320"/>
                <a:gd name="connsiteY19" fmla="*/ 76568 h 184918"/>
                <a:gd name="connsiteX20" fmla="*/ 22917 w 126320"/>
                <a:gd name="connsiteY20" fmla="*/ 121621 h 184918"/>
                <a:gd name="connsiteX21" fmla="*/ 34379 w 126320"/>
                <a:gd name="connsiteY21" fmla="*/ 152622 h 184918"/>
                <a:gd name="connsiteX22" fmla="*/ 63805 w 126320"/>
                <a:gd name="connsiteY22" fmla="*/ 164865 h 184918"/>
                <a:gd name="connsiteX23" fmla="*/ 93244 w 126320"/>
                <a:gd name="connsiteY23" fmla="*/ 152622 h 184918"/>
                <a:gd name="connsiteX24" fmla="*/ 104445 w 126320"/>
                <a:gd name="connsiteY24" fmla="*/ 121621 h 184918"/>
                <a:gd name="connsiteX25" fmla="*/ 93110 w 126320"/>
                <a:gd name="connsiteY25" fmla="*/ 90894 h 184918"/>
                <a:gd name="connsiteX26" fmla="*/ 63805 w 126320"/>
                <a:gd name="connsiteY26" fmla="*/ 78657 h 184918"/>
                <a:gd name="connsiteX27" fmla="*/ 34252 w 126320"/>
                <a:gd name="connsiteY27" fmla="*/ 90894 h 184918"/>
                <a:gd name="connsiteX28" fmla="*/ 22917 w 126320"/>
                <a:gd name="connsiteY28" fmla="*/ 121621 h 18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6320" h="184918">
                  <a:moveTo>
                    <a:pt x="17704" y="76568"/>
                  </a:moveTo>
                  <a:cubicBezTo>
                    <a:pt x="29337" y="64414"/>
                    <a:pt x="43580" y="58337"/>
                    <a:pt x="60420" y="58337"/>
                  </a:cubicBezTo>
                  <a:cubicBezTo>
                    <a:pt x="69621" y="58337"/>
                    <a:pt x="78181" y="60337"/>
                    <a:pt x="86080" y="64332"/>
                  </a:cubicBezTo>
                  <a:cubicBezTo>
                    <a:pt x="93980" y="68326"/>
                    <a:pt x="99663" y="73704"/>
                    <a:pt x="103137" y="80473"/>
                  </a:cubicBezTo>
                  <a:lnTo>
                    <a:pt x="103924" y="80473"/>
                  </a:lnTo>
                  <a:lnTo>
                    <a:pt x="103924" y="5207"/>
                  </a:lnTo>
                  <a:cubicBezTo>
                    <a:pt x="103924" y="1733"/>
                    <a:pt x="105658" y="0"/>
                    <a:pt x="109131" y="0"/>
                  </a:cubicBezTo>
                  <a:lnTo>
                    <a:pt x="121367" y="0"/>
                  </a:lnTo>
                  <a:cubicBezTo>
                    <a:pt x="124670" y="0"/>
                    <a:pt x="126321" y="1733"/>
                    <a:pt x="126321" y="5207"/>
                  </a:cubicBezTo>
                  <a:lnTo>
                    <a:pt x="126321" y="177101"/>
                  </a:lnTo>
                  <a:cubicBezTo>
                    <a:pt x="126321" y="180575"/>
                    <a:pt x="124670" y="182308"/>
                    <a:pt x="121367" y="182308"/>
                  </a:cubicBezTo>
                  <a:lnTo>
                    <a:pt x="109391" y="182308"/>
                  </a:lnTo>
                  <a:cubicBezTo>
                    <a:pt x="105918" y="182308"/>
                    <a:pt x="104184" y="180575"/>
                    <a:pt x="104184" y="177101"/>
                  </a:cubicBezTo>
                  <a:lnTo>
                    <a:pt x="104184" y="162776"/>
                  </a:lnTo>
                  <a:lnTo>
                    <a:pt x="103657" y="162776"/>
                  </a:lnTo>
                  <a:cubicBezTo>
                    <a:pt x="100184" y="169729"/>
                    <a:pt x="94545" y="175152"/>
                    <a:pt x="86728" y="179057"/>
                  </a:cubicBezTo>
                  <a:cubicBezTo>
                    <a:pt x="78911" y="182963"/>
                    <a:pt x="70231" y="184918"/>
                    <a:pt x="60680" y="184918"/>
                  </a:cubicBezTo>
                  <a:cubicBezTo>
                    <a:pt x="43662" y="184918"/>
                    <a:pt x="29299" y="178841"/>
                    <a:pt x="17577" y="166688"/>
                  </a:cubicBezTo>
                  <a:cubicBezTo>
                    <a:pt x="5861" y="154534"/>
                    <a:pt x="0" y="139509"/>
                    <a:pt x="0" y="121621"/>
                  </a:cubicBezTo>
                  <a:cubicBezTo>
                    <a:pt x="0" y="103918"/>
                    <a:pt x="5899" y="88900"/>
                    <a:pt x="17704" y="76568"/>
                  </a:cubicBezTo>
                  <a:close/>
                  <a:moveTo>
                    <a:pt x="22917" y="121621"/>
                  </a:moveTo>
                  <a:cubicBezTo>
                    <a:pt x="22917" y="134131"/>
                    <a:pt x="26740" y="144463"/>
                    <a:pt x="34379" y="152622"/>
                  </a:cubicBezTo>
                  <a:cubicBezTo>
                    <a:pt x="41840" y="160788"/>
                    <a:pt x="51651" y="164865"/>
                    <a:pt x="63805" y="164865"/>
                  </a:cubicBezTo>
                  <a:cubicBezTo>
                    <a:pt x="75959" y="164865"/>
                    <a:pt x="85776" y="160788"/>
                    <a:pt x="93244" y="152622"/>
                  </a:cubicBezTo>
                  <a:cubicBezTo>
                    <a:pt x="100705" y="144463"/>
                    <a:pt x="104445" y="134131"/>
                    <a:pt x="104445" y="121621"/>
                  </a:cubicBezTo>
                  <a:cubicBezTo>
                    <a:pt x="104445" y="109302"/>
                    <a:pt x="100660" y="99060"/>
                    <a:pt x="93110" y="90894"/>
                  </a:cubicBezTo>
                  <a:cubicBezTo>
                    <a:pt x="85560" y="82740"/>
                    <a:pt x="75793" y="78657"/>
                    <a:pt x="63805" y="78657"/>
                  </a:cubicBezTo>
                  <a:cubicBezTo>
                    <a:pt x="51651" y="78657"/>
                    <a:pt x="41802" y="82740"/>
                    <a:pt x="34252" y="90894"/>
                  </a:cubicBezTo>
                  <a:cubicBezTo>
                    <a:pt x="26689" y="99060"/>
                    <a:pt x="22917" y="109302"/>
                    <a:pt x="22917" y="12162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33DC7E3-C5D4-2437-5ECA-8C68AB7C8E93}"/>
                </a:ext>
              </a:extLst>
            </p:cNvPr>
            <p:cNvSpPr/>
            <p:nvPr/>
          </p:nvSpPr>
          <p:spPr>
            <a:xfrm>
              <a:off x="3606116" y="2939754"/>
              <a:ext cx="156936" cy="156936"/>
            </a:xfrm>
            <a:custGeom>
              <a:avLst/>
              <a:gdLst>
                <a:gd name="connsiteX0" fmla="*/ 156936 w 156936"/>
                <a:gd name="connsiteY0" fmla="*/ 78468 h 156936"/>
                <a:gd name="connsiteX1" fmla="*/ 78468 w 156936"/>
                <a:gd name="connsiteY1" fmla="*/ 156937 h 156936"/>
                <a:gd name="connsiteX2" fmla="*/ 0 w 156936"/>
                <a:gd name="connsiteY2" fmla="*/ 78468 h 156936"/>
                <a:gd name="connsiteX3" fmla="*/ 78468 w 156936"/>
                <a:gd name="connsiteY3" fmla="*/ 0 h 156936"/>
                <a:gd name="connsiteX4" fmla="*/ 156936 w 156936"/>
                <a:gd name="connsiteY4" fmla="*/ 78468 h 15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936" h="156936">
                  <a:moveTo>
                    <a:pt x="156936" y="78468"/>
                  </a:moveTo>
                  <a:cubicBezTo>
                    <a:pt x="156936" y="121805"/>
                    <a:pt x="121805" y="156937"/>
                    <a:pt x="78468" y="156937"/>
                  </a:cubicBezTo>
                  <a:cubicBezTo>
                    <a:pt x="35131" y="156937"/>
                    <a:pt x="0" y="121805"/>
                    <a:pt x="0" y="78468"/>
                  </a:cubicBezTo>
                  <a:cubicBezTo>
                    <a:pt x="0" y="35131"/>
                    <a:pt x="35132" y="0"/>
                    <a:pt x="78468" y="0"/>
                  </a:cubicBezTo>
                  <a:cubicBezTo>
                    <a:pt x="121805" y="0"/>
                    <a:pt x="156936" y="35131"/>
                    <a:pt x="156936" y="78468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8B8058F-B615-EAFC-E44B-AC1819EF5471}"/>
                </a:ext>
              </a:extLst>
            </p:cNvPr>
            <p:cNvSpPr/>
            <p:nvPr/>
          </p:nvSpPr>
          <p:spPr>
            <a:xfrm>
              <a:off x="2642511" y="3141800"/>
              <a:ext cx="462337" cy="455060"/>
            </a:xfrm>
            <a:custGeom>
              <a:avLst/>
              <a:gdLst>
                <a:gd name="connsiteX0" fmla="*/ 445948 w 462337"/>
                <a:gd name="connsiteY0" fmla="*/ 10922 h 455060"/>
                <a:gd name="connsiteX1" fmla="*/ 365874 w 462337"/>
                <a:gd name="connsiteY1" fmla="*/ 10922 h 455060"/>
                <a:gd name="connsiteX2" fmla="*/ 349485 w 462337"/>
                <a:gd name="connsiteY2" fmla="*/ 27305 h 455060"/>
                <a:gd name="connsiteX3" fmla="*/ 349485 w 462337"/>
                <a:gd name="connsiteY3" fmla="*/ 35490 h 455060"/>
                <a:gd name="connsiteX4" fmla="*/ 227527 w 462337"/>
                <a:gd name="connsiteY4" fmla="*/ 0 h 455060"/>
                <a:gd name="connsiteX5" fmla="*/ 0 w 462337"/>
                <a:gd name="connsiteY5" fmla="*/ 227527 h 455060"/>
                <a:gd name="connsiteX6" fmla="*/ 227527 w 462337"/>
                <a:gd name="connsiteY6" fmla="*/ 455060 h 455060"/>
                <a:gd name="connsiteX7" fmla="*/ 349485 w 462337"/>
                <a:gd name="connsiteY7" fmla="*/ 419570 h 455060"/>
                <a:gd name="connsiteX8" fmla="*/ 349485 w 462337"/>
                <a:gd name="connsiteY8" fmla="*/ 427755 h 455060"/>
                <a:gd name="connsiteX9" fmla="*/ 365874 w 462337"/>
                <a:gd name="connsiteY9" fmla="*/ 444138 h 455060"/>
                <a:gd name="connsiteX10" fmla="*/ 445948 w 462337"/>
                <a:gd name="connsiteY10" fmla="*/ 444138 h 455060"/>
                <a:gd name="connsiteX11" fmla="*/ 462337 w 462337"/>
                <a:gd name="connsiteY11" fmla="*/ 427755 h 455060"/>
                <a:gd name="connsiteX12" fmla="*/ 462337 w 462337"/>
                <a:gd name="connsiteY12" fmla="*/ 27305 h 455060"/>
                <a:gd name="connsiteX13" fmla="*/ 445948 w 462337"/>
                <a:gd name="connsiteY13" fmla="*/ 10922 h 455060"/>
                <a:gd name="connsiteX14" fmla="*/ 227527 w 462337"/>
                <a:gd name="connsiteY14" fmla="*/ 352431 h 455060"/>
                <a:gd name="connsiteX15" fmla="*/ 102622 w 462337"/>
                <a:gd name="connsiteY15" fmla="*/ 227527 h 455060"/>
                <a:gd name="connsiteX16" fmla="*/ 227527 w 462337"/>
                <a:gd name="connsiteY16" fmla="*/ 102629 h 455060"/>
                <a:gd name="connsiteX17" fmla="*/ 349485 w 462337"/>
                <a:gd name="connsiteY17" fmla="*/ 200781 h 455060"/>
                <a:gd name="connsiteX18" fmla="*/ 352425 w 462337"/>
                <a:gd name="connsiteY18" fmla="*/ 227527 h 455060"/>
                <a:gd name="connsiteX19" fmla="*/ 349485 w 462337"/>
                <a:gd name="connsiteY19" fmla="*/ 254279 h 455060"/>
                <a:gd name="connsiteX20" fmla="*/ 227527 w 462337"/>
                <a:gd name="connsiteY20" fmla="*/ 352431 h 45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37" h="455060">
                  <a:moveTo>
                    <a:pt x="445948" y="10922"/>
                  </a:moveTo>
                  <a:lnTo>
                    <a:pt x="365874" y="10922"/>
                  </a:lnTo>
                  <a:cubicBezTo>
                    <a:pt x="354946" y="10922"/>
                    <a:pt x="349485" y="16383"/>
                    <a:pt x="349485" y="27305"/>
                  </a:cubicBezTo>
                  <a:lnTo>
                    <a:pt x="349485" y="35490"/>
                  </a:lnTo>
                  <a:cubicBezTo>
                    <a:pt x="314223" y="13056"/>
                    <a:pt x="272415" y="0"/>
                    <a:pt x="227527" y="0"/>
                  </a:cubicBezTo>
                  <a:cubicBezTo>
                    <a:pt x="101867" y="0"/>
                    <a:pt x="0" y="101867"/>
                    <a:pt x="0" y="227527"/>
                  </a:cubicBezTo>
                  <a:cubicBezTo>
                    <a:pt x="0" y="353187"/>
                    <a:pt x="101867" y="455060"/>
                    <a:pt x="227527" y="455060"/>
                  </a:cubicBezTo>
                  <a:cubicBezTo>
                    <a:pt x="272415" y="455060"/>
                    <a:pt x="314223" y="442004"/>
                    <a:pt x="349485" y="419570"/>
                  </a:cubicBezTo>
                  <a:lnTo>
                    <a:pt x="349485" y="427755"/>
                  </a:lnTo>
                  <a:cubicBezTo>
                    <a:pt x="349485" y="438677"/>
                    <a:pt x="354946" y="444138"/>
                    <a:pt x="365874" y="444138"/>
                  </a:cubicBezTo>
                  <a:lnTo>
                    <a:pt x="445948" y="444138"/>
                  </a:lnTo>
                  <a:cubicBezTo>
                    <a:pt x="456876" y="444138"/>
                    <a:pt x="462337" y="438677"/>
                    <a:pt x="462337" y="427755"/>
                  </a:cubicBezTo>
                  <a:lnTo>
                    <a:pt x="462337" y="27305"/>
                  </a:lnTo>
                  <a:cubicBezTo>
                    <a:pt x="462337" y="16383"/>
                    <a:pt x="456876" y="10922"/>
                    <a:pt x="445948" y="10922"/>
                  </a:cubicBezTo>
                  <a:close/>
                  <a:moveTo>
                    <a:pt x="227527" y="352431"/>
                  </a:moveTo>
                  <a:cubicBezTo>
                    <a:pt x="158547" y="352431"/>
                    <a:pt x="102622" y="296513"/>
                    <a:pt x="102622" y="227527"/>
                  </a:cubicBezTo>
                  <a:cubicBezTo>
                    <a:pt x="102622" y="158547"/>
                    <a:pt x="158547" y="102629"/>
                    <a:pt x="227527" y="102629"/>
                  </a:cubicBezTo>
                  <a:cubicBezTo>
                    <a:pt x="287319" y="102629"/>
                    <a:pt x="337229" y="144666"/>
                    <a:pt x="349485" y="200781"/>
                  </a:cubicBezTo>
                  <a:cubicBezTo>
                    <a:pt x="351365" y="209404"/>
                    <a:pt x="352425" y="218338"/>
                    <a:pt x="352425" y="227527"/>
                  </a:cubicBezTo>
                  <a:cubicBezTo>
                    <a:pt x="352425" y="236722"/>
                    <a:pt x="351365" y="245650"/>
                    <a:pt x="349485" y="254279"/>
                  </a:cubicBezTo>
                  <a:cubicBezTo>
                    <a:pt x="337229" y="310394"/>
                    <a:pt x="287319" y="352431"/>
                    <a:pt x="227527" y="35243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3C84E47-6A3A-3E10-4823-1B6E87146FD5}"/>
                </a:ext>
              </a:extLst>
            </p:cNvPr>
            <p:cNvSpPr/>
            <p:nvPr/>
          </p:nvSpPr>
          <p:spPr>
            <a:xfrm>
              <a:off x="1262630" y="3149813"/>
              <a:ext cx="505675" cy="505123"/>
            </a:xfrm>
            <a:custGeom>
              <a:avLst/>
              <a:gdLst>
                <a:gd name="connsiteX0" fmla="*/ 418592 w 505675"/>
                <a:gd name="connsiteY0" fmla="*/ 0 h 505123"/>
                <a:gd name="connsiteX1" fmla="*/ 419106 w 505675"/>
                <a:gd name="connsiteY1" fmla="*/ 94767 h 505123"/>
                <a:gd name="connsiteX2" fmla="*/ 324294 w 505675"/>
                <a:gd name="connsiteY2" fmla="*/ 94247 h 505123"/>
                <a:gd name="connsiteX3" fmla="*/ 324257 w 505675"/>
                <a:gd name="connsiteY3" fmla="*/ 94266 h 505123"/>
                <a:gd name="connsiteX4" fmla="*/ 324809 w 505675"/>
                <a:gd name="connsiteY4" fmla="*/ 94761 h 505123"/>
                <a:gd name="connsiteX5" fmla="*/ 324809 w 505675"/>
                <a:gd name="connsiteY5" fmla="*/ 324257 h 505123"/>
                <a:gd name="connsiteX6" fmla="*/ 95313 w 505675"/>
                <a:gd name="connsiteY6" fmla="*/ 324257 h 505123"/>
                <a:gd name="connsiteX7" fmla="*/ 94812 w 505675"/>
                <a:gd name="connsiteY7" fmla="*/ 323704 h 505123"/>
                <a:gd name="connsiteX8" fmla="*/ 94780 w 505675"/>
                <a:gd name="connsiteY8" fmla="*/ 323736 h 505123"/>
                <a:gd name="connsiteX9" fmla="*/ 0 w 505675"/>
                <a:gd name="connsiteY9" fmla="*/ 323221 h 505123"/>
                <a:gd name="connsiteX10" fmla="*/ 521 w 505675"/>
                <a:gd name="connsiteY10" fmla="*/ 418002 h 505123"/>
                <a:gd name="connsiteX11" fmla="*/ 521 w 505675"/>
                <a:gd name="connsiteY11" fmla="*/ 418027 h 505123"/>
                <a:gd name="connsiteX12" fmla="*/ 527 w 505675"/>
                <a:gd name="connsiteY12" fmla="*/ 418014 h 505123"/>
                <a:gd name="connsiteX13" fmla="*/ 1035 w 505675"/>
                <a:gd name="connsiteY13" fmla="*/ 418541 h 505123"/>
                <a:gd name="connsiteX14" fmla="*/ 419094 w 505675"/>
                <a:gd name="connsiteY14" fmla="*/ 418541 h 505123"/>
                <a:gd name="connsiteX15" fmla="*/ 419094 w 505675"/>
                <a:gd name="connsiteY15" fmla="*/ 476 h 505123"/>
                <a:gd name="connsiteX16" fmla="*/ 418592 w 505675"/>
                <a:gd name="connsiteY16" fmla="*/ 0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675" h="505123">
                  <a:moveTo>
                    <a:pt x="418592" y="0"/>
                  </a:moveTo>
                  <a:lnTo>
                    <a:pt x="419106" y="94767"/>
                  </a:lnTo>
                  <a:lnTo>
                    <a:pt x="324294" y="94247"/>
                  </a:lnTo>
                  <a:lnTo>
                    <a:pt x="324257" y="94266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61436" y="387630"/>
                    <a:pt x="158693" y="387630"/>
                    <a:pt x="95313" y="324257"/>
                  </a:cubicBezTo>
                  <a:cubicBezTo>
                    <a:pt x="95136" y="324079"/>
                    <a:pt x="94990" y="323882"/>
                    <a:pt x="94812" y="323704"/>
                  </a:cubicBezTo>
                  <a:lnTo>
                    <a:pt x="94780" y="323736"/>
                  </a:lnTo>
                  <a:lnTo>
                    <a:pt x="0" y="323221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57" y="418370"/>
                    <a:pt x="1035" y="418541"/>
                  </a:cubicBezTo>
                  <a:cubicBezTo>
                    <a:pt x="116478" y="533984"/>
                    <a:pt x="303651" y="533984"/>
                    <a:pt x="419094" y="418541"/>
                  </a:cubicBezTo>
                  <a:cubicBezTo>
                    <a:pt x="534537" y="303092"/>
                    <a:pt x="534537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4EFA938-4DD8-815A-3507-8A38D2BC3401}"/>
                </a:ext>
              </a:extLst>
            </p:cNvPr>
            <p:cNvSpPr/>
            <p:nvPr/>
          </p:nvSpPr>
          <p:spPr>
            <a:xfrm>
              <a:off x="1262630" y="3149813"/>
              <a:ext cx="505680" cy="505123"/>
            </a:xfrm>
            <a:custGeom>
              <a:avLst/>
              <a:gdLst>
                <a:gd name="connsiteX0" fmla="*/ 324257 w 505680"/>
                <a:gd name="connsiteY0" fmla="*/ 94259 h 505123"/>
                <a:gd name="connsiteX1" fmla="*/ 324257 w 505680"/>
                <a:gd name="connsiteY1" fmla="*/ 94259 h 505123"/>
                <a:gd name="connsiteX2" fmla="*/ 324809 w 505680"/>
                <a:gd name="connsiteY2" fmla="*/ 94761 h 505123"/>
                <a:gd name="connsiteX3" fmla="*/ 324809 w 505680"/>
                <a:gd name="connsiteY3" fmla="*/ 324257 h 505123"/>
                <a:gd name="connsiteX4" fmla="*/ 210064 w 505680"/>
                <a:gd name="connsiteY4" fmla="*/ 371786 h 505123"/>
                <a:gd name="connsiteX5" fmla="*/ 95313 w 505680"/>
                <a:gd name="connsiteY5" fmla="*/ 324257 h 505123"/>
                <a:gd name="connsiteX6" fmla="*/ 94818 w 505680"/>
                <a:gd name="connsiteY6" fmla="*/ 323704 h 505123"/>
                <a:gd name="connsiteX7" fmla="*/ 94780 w 505680"/>
                <a:gd name="connsiteY7" fmla="*/ 323736 h 505123"/>
                <a:gd name="connsiteX8" fmla="*/ 94780 w 505680"/>
                <a:gd name="connsiteY8" fmla="*/ 323736 h 505123"/>
                <a:gd name="connsiteX9" fmla="*/ 94742 w 505680"/>
                <a:gd name="connsiteY9" fmla="*/ 323749 h 505123"/>
                <a:gd name="connsiteX10" fmla="*/ 0 w 505680"/>
                <a:gd name="connsiteY10" fmla="*/ 323234 h 505123"/>
                <a:gd name="connsiteX11" fmla="*/ 521 w 505680"/>
                <a:gd name="connsiteY11" fmla="*/ 418002 h 505123"/>
                <a:gd name="connsiteX12" fmla="*/ 521 w 505680"/>
                <a:gd name="connsiteY12" fmla="*/ 418027 h 505123"/>
                <a:gd name="connsiteX13" fmla="*/ 527 w 505680"/>
                <a:gd name="connsiteY13" fmla="*/ 418014 h 505123"/>
                <a:gd name="connsiteX14" fmla="*/ 1035 w 505680"/>
                <a:gd name="connsiteY14" fmla="*/ 418541 h 505123"/>
                <a:gd name="connsiteX15" fmla="*/ 210064 w 505680"/>
                <a:gd name="connsiteY15" fmla="*/ 505124 h 505123"/>
                <a:gd name="connsiteX16" fmla="*/ 419094 w 505680"/>
                <a:gd name="connsiteY16" fmla="*/ 418541 h 505123"/>
                <a:gd name="connsiteX17" fmla="*/ 419094 w 505680"/>
                <a:gd name="connsiteY17" fmla="*/ 476 h 505123"/>
                <a:gd name="connsiteX18" fmla="*/ 418592 w 505680"/>
                <a:gd name="connsiteY18" fmla="*/ 0 h 505123"/>
                <a:gd name="connsiteX19" fmla="*/ 419106 w 505680"/>
                <a:gd name="connsiteY19" fmla="*/ 94767 h 505123"/>
                <a:gd name="connsiteX20" fmla="*/ 419037 w 505680"/>
                <a:gd name="connsiteY20" fmla="*/ 94761 h 505123"/>
                <a:gd name="connsiteX21" fmla="*/ 419037 w 505680"/>
                <a:gd name="connsiteY21" fmla="*/ 94780 h 505123"/>
                <a:gd name="connsiteX22" fmla="*/ 324257 w 505680"/>
                <a:gd name="connsiteY22" fmla="*/ 94259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5680" h="505123">
                  <a:moveTo>
                    <a:pt x="324257" y="94259"/>
                  </a:moveTo>
                  <a:lnTo>
                    <a:pt x="324257" y="94259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93129" y="355943"/>
                    <a:pt x="251593" y="371786"/>
                    <a:pt x="210064" y="371786"/>
                  </a:cubicBezTo>
                  <a:cubicBezTo>
                    <a:pt x="168529" y="371786"/>
                    <a:pt x="127006" y="355943"/>
                    <a:pt x="95313" y="324257"/>
                  </a:cubicBezTo>
                  <a:cubicBezTo>
                    <a:pt x="95142" y="324079"/>
                    <a:pt x="94990" y="323882"/>
                    <a:pt x="94818" y="323704"/>
                  </a:cubicBezTo>
                  <a:lnTo>
                    <a:pt x="94780" y="323736"/>
                  </a:lnTo>
                  <a:lnTo>
                    <a:pt x="94780" y="323736"/>
                  </a:lnTo>
                  <a:lnTo>
                    <a:pt x="94742" y="323749"/>
                  </a:lnTo>
                  <a:lnTo>
                    <a:pt x="0" y="323234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64" y="418370"/>
                    <a:pt x="1035" y="418541"/>
                  </a:cubicBezTo>
                  <a:cubicBezTo>
                    <a:pt x="58757" y="476263"/>
                    <a:pt x="134411" y="505124"/>
                    <a:pt x="210064" y="505124"/>
                  </a:cubicBezTo>
                  <a:cubicBezTo>
                    <a:pt x="285718" y="505124"/>
                    <a:pt x="361372" y="476263"/>
                    <a:pt x="419094" y="418541"/>
                  </a:cubicBezTo>
                  <a:cubicBezTo>
                    <a:pt x="534543" y="303092"/>
                    <a:pt x="534543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lnTo>
                    <a:pt x="419106" y="94767"/>
                  </a:lnTo>
                  <a:lnTo>
                    <a:pt x="419037" y="94761"/>
                  </a:lnTo>
                  <a:lnTo>
                    <a:pt x="419037" y="94780"/>
                  </a:lnTo>
                  <a:lnTo>
                    <a:pt x="324257" y="94259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89FF968-9358-256C-DC26-A124DF4A5274}"/>
                </a:ext>
              </a:extLst>
            </p:cNvPr>
            <p:cNvSpPr/>
            <p:nvPr/>
          </p:nvSpPr>
          <p:spPr>
            <a:xfrm>
              <a:off x="1586887" y="3244060"/>
              <a:ext cx="94780" cy="533"/>
            </a:xfrm>
            <a:custGeom>
              <a:avLst/>
              <a:gdLst>
                <a:gd name="connsiteX0" fmla="*/ 0 w 94780"/>
                <a:gd name="connsiteY0" fmla="*/ 13 h 533"/>
                <a:gd name="connsiteX1" fmla="*/ 0 w 94780"/>
                <a:gd name="connsiteY1" fmla="*/ 13 h 533"/>
                <a:gd name="connsiteX2" fmla="*/ 0 w 94780"/>
                <a:gd name="connsiteY2" fmla="*/ 13 h 533"/>
                <a:gd name="connsiteX3" fmla="*/ 94780 w 94780"/>
                <a:gd name="connsiteY3" fmla="*/ 533 h 533"/>
                <a:gd name="connsiteX4" fmla="*/ 94780 w 94780"/>
                <a:gd name="connsiteY4" fmla="*/ 514 h 533"/>
                <a:gd name="connsiteX5" fmla="*/ 38 w 94780"/>
                <a:gd name="connsiteY5" fmla="*/ 0 h 533"/>
                <a:gd name="connsiteX6" fmla="*/ 0 w 94780"/>
                <a:gd name="connsiteY6" fmla="*/ 13 h 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80" h="533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94780" y="533"/>
                  </a:lnTo>
                  <a:lnTo>
                    <a:pt x="94780" y="514"/>
                  </a:lnTo>
                  <a:lnTo>
                    <a:pt x="38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E90CE70-21E8-62C3-8930-1C1553F9B840}"/>
                </a:ext>
              </a:extLst>
            </p:cNvPr>
            <p:cNvSpPr/>
            <p:nvPr/>
          </p:nvSpPr>
          <p:spPr>
            <a:xfrm rot="16218758">
              <a:off x="1309999" y="3425923"/>
              <a:ext cx="28" cy="94759"/>
            </a:xfrm>
            <a:custGeom>
              <a:avLst/>
              <a:gdLst>
                <a:gd name="connsiteX0" fmla="*/ 0 w 28"/>
                <a:gd name="connsiteY0" fmla="*/ 0 h 94759"/>
                <a:gd name="connsiteX1" fmla="*/ 29 w 28"/>
                <a:gd name="connsiteY1" fmla="*/ 0 h 94759"/>
                <a:gd name="connsiteX2" fmla="*/ 29 w 28"/>
                <a:gd name="connsiteY2" fmla="*/ 94759 h 94759"/>
                <a:gd name="connsiteX3" fmla="*/ 0 w 28"/>
                <a:gd name="connsiteY3" fmla="*/ 94759 h 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" h="94759">
                  <a:moveTo>
                    <a:pt x="0" y="0"/>
                  </a:moveTo>
                  <a:lnTo>
                    <a:pt x="29" y="0"/>
                  </a:lnTo>
                  <a:lnTo>
                    <a:pt x="29" y="94759"/>
                  </a:lnTo>
                  <a:lnTo>
                    <a:pt x="0" y="94759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CA9FF3E-9067-4FB9-0950-55E09790E694}"/>
                </a:ext>
              </a:extLst>
            </p:cNvPr>
            <p:cNvSpPr/>
            <p:nvPr/>
          </p:nvSpPr>
          <p:spPr>
            <a:xfrm>
              <a:off x="1176069" y="2876116"/>
              <a:ext cx="474869" cy="655796"/>
            </a:xfrm>
            <a:custGeom>
              <a:avLst/>
              <a:gdLst>
                <a:gd name="connsiteX0" fmla="*/ 474527 w 474869"/>
                <a:gd name="connsiteY0" fmla="*/ 273863 h 655796"/>
                <a:gd name="connsiteX1" fmla="*/ 474381 w 474869"/>
                <a:gd name="connsiteY1" fmla="*/ 246869 h 655796"/>
                <a:gd name="connsiteX2" fmla="*/ 147115 w 474869"/>
                <a:gd name="connsiteY2" fmla="*/ 226536 h 655796"/>
                <a:gd name="connsiteX3" fmla="*/ 147115 w 474869"/>
                <a:gd name="connsiteY3" fmla="*/ 21285 h 655796"/>
                <a:gd name="connsiteX4" fmla="*/ 125823 w 474869"/>
                <a:gd name="connsiteY4" fmla="*/ 0 h 655796"/>
                <a:gd name="connsiteX5" fmla="*/ 21785 w 474869"/>
                <a:gd name="connsiteY5" fmla="*/ 0 h 655796"/>
                <a:gd name="connsiteX6" fmla="*/ 487 w 474869"/>
                <a:gd name="connsiteY6" fmla="*/ 21285 h 655796"/>
                <a:gd name="connsiteX7" fmla="*/ 487 w 474869"/>
                <a:gd name="connsiteY7" fmla="*/ 465138 h 655796"/>
                <a:gd name="connsiteX8" fmla="*/ 56259 w 474869"/>
                <a:gd name="connsiteY8" fmla="*/ 655796 h 655796"/>
                <a:gd name="connsiteX9" fmla="*/ 55941 w 474869"/>
                <a:gd name="connsiteY9" fmla="*/ 597084 h 655796"/>
                <a:gd name="connsiteX10" fmla="*/ 55770 w 474869"/>
                <a:gd name="connsiteY10" fmla="*/ 566122 h 655796"/>
                <a:gd name="connsiteX11" fmla="*/ 86733 w 474869"/>
                <a:gd name="connsiteY11" fmla="*/ 566293 h 655796"/>
                <a:gd name="connsiteX12" fmla="*/ 157154 w 474869"/>
                <a:gd name="connsiteY12" fmla="*/ 566674 h 655796"/>
                <a:gd name="connsiteX13" fmla="*/ 180789 w 474869"/>
                <a:gd name="connsiteY13" fmla="*/ 367436 h 655796"/>
                <a:gd name="connsiteX14" fmla="*/ 367815 w 474869"/>
                <a:gd name="connsiteY14" fmla="*/ 337083 h 655796"/>
                <a:gd name="connsiteX15" fmla="*/ 474870 w 474869"/>
                <a:gd name="connsiteY15" fmla="*/ 337083 h 655796"/>
                <a:gd name="connsiteX16" fmla="*/ 474527 w 474869"/>
                <a:gd name="connsiteY16" fmla="*/ 273863 h 65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4869" h="655796">
                  <a:moveTo>
                    <a:pt x="474527" y="273863"/>
                  </a:moveTo>
                  <a:lnTo>
                    <a:pt x="474381" y="246869"/>
                  </a:lnTo>
                  <a:cubicBezTo>
                    <a:pt x="378801" y="174047"/>
                    <a:pt x="249058" y="167284"/>
                    <a:pt x="147115" y="226536"/>
                  </a:cubicBezTo>
                  <a:lnTo>
                    <a:pt x="147115" y="21285"/>
                  </a:lnTo>
                  <a:cubicBezTo>
                    <a:pt x="147115" y="7099"/>
                    <a:pt x="140022" y="0"/>
                    <a:pt x="125823" y="0"/>
                  </a:cubicBezTo>
                  <a:lnTo>
                    <a:pt x="21785" y="0"/>
                  </a:lnTo>
                  <a:cubicBezTo>
                    <a:pt x="7586" y="0"/>
                    <a:pt x="487" y="7099"/>
                    <a:pt x="487" y="21285"/>
                  </a:cubicBezTo>
                  <a:lnTo>
                    <a:pt x="487" y="465138"/>
                  </a:lnTo>
                  <a:cubicBezTo>
                    <a:pt x="-3323" y="531743"/>
                    <a:pt x="15225" y="599383"/>
                    <a:pt x="56259" y="655796"/>
                  </a:cubicBezTo>
                  <a:lnTo>
                    <a:pt x="55941" y="597084"/>
                  </a:lnTo>
                  <a:lnTo>
                    <a:pt x="55770" y="566122"/>
                  </a:lnTo>
                  <a:lnTo>
                    <a:pt x="86733" y="566293"/>
                  </a:lnTo>
                  <a:lnTo>
                    <a:pt x="157154" y="566674"/>
                  </a:lnTo>
                  <a:cubicBezTo>
                    <a:pt x="118946" y="504184"/>
                    <a:pt x="126712" y="421513"/>
                    <a:pt x="180789" y="367436"/>
                  </a:cubicBezTo>
                  <a:cubicBezTo>
                    <a:pt x="231411" y="316814"/>
                    <a:pt x="307084" y="306813"/>
                    <a:pt x="367815" y="337083"/>
                  </a:cubicBezTo>
                  <a:lnTo>
                    <a:pt x="474870" y="337083"/>
                  </a:lnTo>
                  <a:lnTo>
                    <a:pt x="474527" y="273863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7BD03E-CDDF-4BE9-BD9C-FE808CA7F8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5529" y="2727269"/>
            <a:ext cx="6081820" cy="701731"/>
          </a:xfrm>
        </p:spPr>
        <p:txBody>
          <a:bodyPr wrap="square" anchor="b">
            <a:sp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11507-415B-3F90-030A-27E482487F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85529" y="3647183"/>
            <a:ext cx="6081820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 b="1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  <a:endParaRPr lang="en-BE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4A432EF-C4D8-E7C2-83FF-23039A5BA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5527" y="4195196"/>
            <a:ext cx="6081820" cy="369332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Presenter name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207041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gradFill>
          <a:gsLst>
            <a:gs pos="0">
              <a:srgbClr val="50C2EF">
                <a:alpha val="27927"/>
              </a:srgbClr>
            </a:gs>
            <a:gs pos="67000">
              <a:srgbClr val="2B8CCC">
                <a:alpha val="0"/>
              </a:srgbClr>
            </a:gs>
            <a:gs pos="88000">
              <a:srgbClr val="E11A53">
                <a:alpha val="5033"/>
              </a:srgb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7E79B9E0-D7E0-5467-2D6B-E6A706A63E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9837" y="3468875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BD03E-CDDF-4BE9-BD9C-FE808CA7F8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5529" y="2727269"/>
            <a:ext cx="6081820" cy="701731"/>
          </a:xfrm>
        </p:spPr>
        <p:txBody>
          <a:bodyPr wrap="square" anchor="b">
            <a:spAutoFit/>
          </a:bodyPr>
          <a:lstStyle>
            <a:lvl1pPr algn="ctr">
              <a:defRPr sz="4400"/>
            </a:lvl1pPr>
          </a:lstStyle>
          <a:p>
            <a:r>
              <a:rPr lang="en-GB"/>
              <a:t>Title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11507-415B-3F90-030A-27E482487F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85529" y="3647183"/>
            <a:ext cx="6081820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  <a:endParaRPr lang="en-BE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4A432EF-C4D8-E7C2-83FF-23039A5BA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5527" y="4195196"/>
            <a:ext cx="6081820" cy="369332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Presenter name</a:t>
            </a:r>
            <a:endParaRPr lang="en-BE"/>
          </a:p>
        </p:txBody>
      </p:sp>
      <p:grpSp>
        <p:nvGrpSpPr>
          <p:cNvPr id="4" name="Graphic 2">
            <a:extLst>
              <a:ext uri="{FF2B5EF4-FFF2-40B4-BE49-F238E27FC236}">
                <a16:creationId xmlns:a16="http://schemas.microsoft.com/office/drawing/2014/main" id="{84998FF6-947D-853B-7ECC-C436ABE7A6D7}"/>
              </a:ext>
            </a:extLst>
          </p:cNvPr>
          <p:cNvGrpSpPr/>
          <p:nvPr userDrawn="1"/>
        </p:nvGrpSpPr>
        <p:grpSpPr>
          <a:xfrm>
            <a:off x="780430" y="2374210"/>
            <a:ext cx="4288568" cy="1532392"/>
            <a:chOff x="1495832" y="2697093"/>
            <a:chExt cx="3094619" cy="1105769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C5D1AA4-058E-157C-A7CC-9261C54F6341}"/>
                </a:ext>
              </a:extLst>
            </p:cNvPr>
            <p:cNvSpPr/>
            <p:nvPr/>
          </p:nvSpPr>
          <p:spPr>
            <a:xfrm>
              <a:off x="3513244" y="3732151"/>
              <a:ext cx="1074464" cy="70711"/>
            </a:xfrm>
            <a:custGeom>
              <a:avLst/>
              <a:gdLst>
                <a:gd name="connsiteX0" fmla="*/ 3772 w 1074464"/>
                <a:gd name="connsiteY0" fmla="*/ 70711 h 70711"/>
                <a:gd name="connsiteX1" fmla="*/ 0 w 1074464"/>
                <a:gd name="connsiteY1" fmla="*/ 42530 h 70711"/>
                <a:gd name="connsiteX2" fmla="*/ 1074464 w 1074464"/>
                <a:gd name="connsiteY2" fmla="*/ 8812 h 70711"/>
                <a:gd name="connsiteX3" fmla="*/ 1073074 w 1074464"/>
                <a:gd name="connsiteY3" fmla="*/ 37196 h 70711"/>
                <a:gd name="connsiteX4" fmla="*/ 3772 w 1074464"/>
                <a:gd name="connsiteY4" fmla="*/ 70711 h 7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4464" h="70711">
                  <a:moveTo>
                    <a:pt x="3772" y="70711"/>
                  </a:moveTo>
                  <a:lnTo>
                    <a:pt x="0" y="42530"/>
                  </a:lnTo>
                  <a:cubicBezTo>
                    <a:pt x="412502" y="-12626"/>
                    <a:pt x="850252" y="-2288"/>
                    <a:pt x="1074464" y="8812"/>
                  </a:cubicBezTo>
                  <a:lnTo>
                    <a:pt x="1073074" y="37196"/>
                  </a:lnTo>
                  <a:cubicBezTo>
                    <a:pt x="849801" y="26166"/>
                    <a:pt x="414020" y="15828"/>
                    <a:pt x="3772" y="7071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8AC128A-4924-CF43-920C-9AAE7082BE6C}"/>
                </a:ext>
              </a:extLst>
            </p:cNvPr>
            <p:cNvSpPr/>
            <p:nvPr/>
          </p:nvSpPr>
          <p:spPr>
            <a:xfrm>
              <a:off x="2185040" y="2962777"/>
              <a:ext cx="686231" cy="444137"/>
            </a:xfrm>
            <a:custGeom>
              <a:avLst/>
              <a:gdLst>
                <a:gd name="connsiteX0" fmla="*/ 0 w 686231"/>
                <a:gd name="connsiteY0" fmla="*/ 427755 h 444137"/>
                <a:gd name="connsiteX1" fmla="*/ 0 w 686231"/>
                <a:gd name="connsiteY1" fmla="*/ 27305 h 444137"/>
                <a:gd name="connsiteX2" fmla="*/ 15468 w 686231"/>
                <a:gd name="connsiteY2" fmla="*/ 10922 h 444137"/>
                <a:gd name="connsiteX3" fmla="*/ 94653 w 686231"/>
                <a:gd name="connsiteY3" fmla="*/ 10922 h 444137"/>
                <a:gd name="connsiteX4" fmla="*/ 111030 w 686231"/>
                <a:gd name="connsiteY4" fmla="*/ 27305 h 444137"/>
                <a:gd name="connsiteX5" fmla="*/ 111030 w 686231"/>
                <a:gd name="connsiteY5" fmla="*/ 74632 h 444137"/>
                <a:gd name="connsiteX6" fmla="*/ 114675 w 686231"/>
                <a:gd name="connsiteY6" fmla="*/ 74632 h 444137"/>
                <a:gd name="connsiteX7" fmla="*/ 165189 w 686231"/>
                <a:gd name="connsiteY7" fmla="*/ 19571 h 444137"/>
                <a:gd name="connsiteX8" fmla="*/ 243916 w 686231"/>
                <a:gd name="connsiteY8" fmla="*/ 0 h 444137"/>
                <a:gd name="connsiteX9" fmla="*/ 377704 w 686231"/>
                <a:gd name="connsiteY9" fmla="*/ 81909 h 444137"/>
                <a:gd name="connsiteX10" fmla="*/ 380428 w 686231"/>
                <a:gd name="connsiteY10" fmla="*/ 81909 h 444137"/>
                <a:gd name="connsiteX11" fmla="*/ 439134 w 686231"/>
                <a:gd name="connsiteY11" fmla="*/ 21387 h 444137"/>
                <a:gd name="connsiteX12" fmla="*/ 527869 w 686231"/>
                <a:gd name="connsiteY12" fmla="*/ 0 h 444137"/>
                <a:gd name="connsiteX13" fmla="*/ 643909 w 686231"/>
                <a:gd name="connsiteY13" fmla="*/ 47784 h 444137"/>
                <a:gd name="connsiteX14" fmla="*/ 686232 w 686231"/>
                <a:gd name="connsiteY14" fmla="*/ 180207 h 444137"/>
                <a:gd name="connsiteX15" fmla="*/ 686232 w 686231"/>
                <a:gd name="connsiteY15" fmla="*/ 427755 h 444137"/>
                <a:gd name="connsiteX16" fmla="*/ 670757 w 686231"/>
                <a:gd name="connsiteY16" fmla="*/ 444138 h 444137"/>
                <a:gd name="connsiteX17" fmla="*/ 587934 w 686231"/>
                <a:gd name="connsiteY17" fmla="*/ 444138 h 444137"/>
                <a:gd name="connsiteX18" fmla="*/ 571557 w 686231"/>
                <a:gd name="connsiteY18" fmla="*/ 427755 h 444137"/>
                <a:gd name="connsiteX19" fmla="*/ 571557 w 686231"/>
                <a:gd name="connsiteY19" fmla="*/ 209328 h 444137"/>
                <a:gd name="connsiteX20" fmla="*/ 491465 w 686231"/>
                <a:gd name="connsiteY20" fmla="*/ 105575 h 444137"/>
                <a:gd name="connsiteX21" fmla="*/ 425482 w 686231"/>
                <a:gd name="connsiteY21" fmla="*/ 133331 h 444137"/>
                <a:gd name="connsiteX22" fmla="*/ 400450 w 686231"/>
                <a:gd name="connsiteY22" fmla="*/ 211150 h 444137"/>
                <a:gd name="connsiteX23" fmla="*/ 400450 w 686231"/>
                <a:gd name="connsiteY23" fmla="*/ 427755 h 444137"/>
                <a:gd name="connsiteX24" fmla="*/ 384073 w 686231"/>
                <a:gd name="connsiteY24" fmla="*/ 444138 h 444137"/>
                <a:gd name="connsiteX25" fmla="*/ 302158 w 686231"/>
                <a:gd name="connsiteY25" fmla="*/ 444138 h 444137"/>
                <a:gd name="connsiteX26" fmla="*/ 285782 w 686231"/>
                <a:gd name="connsiteY26" fmla="*/ 427755 h 444137"/>
                <a:gd name="connsiteX27" fmla="*/ 285782 w 686231"/>
                <a:gd name="connsiteY27" fmla="*/ 209328 h 444137"/>
                <a:gd name="connsiteX28" fmla="*/ 205689 w 686231"/>
                <a:gd name="connsiteY28" fmla="*/ 105575 h 444137"/>
                <a:gd name="connsiteX29" fmla="*/ 139706 w 686231"/>
                <a:gd name="connsiteY29" fmla="*/ 133331 h 444137"/>
                <a:gd name="connsiteX30" fmla="*/ 114675 w 686231"/>
                <a:gd name="connsiteY30" fmla="*/ 211150 h 444137"/>
                <a:gd name="connsiteX31" fmla="*/ 114675 w 686231"/>
                <a:gd name="connsiteY31" fmla="*/ 427755 h 444137"/>
                <a:gd name="connsiteX32" fmla="*/ 98298 w 686231"/>
                <a:gd name="connsiteY32" fmla="*/ 444138 h 444137"/>
                <a:gd name="connsiteX33" fmla="*/ 15475 w 686231"/>
                <a:gd name="connsiteY33" fmla="*/ 444138 h 444137"/>
                <a:gd name="connsiteX34" fmla="*/ 0 w 686231"/>
                <a:gd name="connsiteY34" fmla="*/ 427755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86231" h="444137">
                  <a:moveTo>
                    <a:pt x="0" y="427755"/>
                  </a:moveTo>
                  <a:lnTo>
                    <a:pt x="0" y="27305"/>
                  </a:lnTo>
                  <a:cubicBezTo>
                    <a:pt x="0" y="16383"/>
                    <a:pt x="5150" y="10922"/>
                    <a:pt x="15468" y="10922"/>
                  </a:cubicBezTo>
                  <a:lnTo>
                    <a:pt x="94653" y="10922"/>
                  </a:lnTo>
                  <a:cubicBezTo>
                    <a:pt x="105575" y="10922"/>
                    <a:pt x="111030" y="16383"/>
                    <a:pt x="111030" y="27305"/>
                  </a:cubicBezTo>
                  <a:lnTo>
                    <a:pt x="111030" y="74632"/>
                  </a:lnTo>
                  <a:lnTo>
                    <a:pt x="114675" y="74632"/>
                  </a:lnTo>
                  <a:cubicBezTo>
                    <a:pt x="125597" y="50965"/>
                    <a:pt x="142430" y="32626"/>
                    <a:pt x="165189" y="19571"/>
                  </a:cubicBezTo>
                  <a:cubicBezTo>
                    <a:pt x="187941" y="6528"/>
                    <a:pt x="214173" y="0"/>
                    <a:pt x="243916" y="0"/>
                  </a:cubicBezTo>
                  <a:cubicBezTo>
                    <a:pt x="307010" y="0"/>
                    <a:pt x="351606" y="27305"/>
                    <a:pt x="377704" y="81909"/>
                  </a:cubicBezTo>
                  <a:lnTo>
                    <a:pt x="380428" y="81909"/>
                  </a:lnTo>
                  <a:cubicBezTo>
                    <a:pt x="393770" y="55829"/>
                    <a:pt x="413334" y="35649"/>
                    <a:pt x="439134" y="21387"/>
                  </a:cubicBezTo>
                  <a:cubicBezTo>
                    <a:pt x="464915" y="7137"/>
                    <a:pt x="494494" y="0"/>
                    <a:pt x="527869" y="0"/>
                  </a:cubicBezTo>
                  <a:cubicBezTo>
                    <a:pt x="577018" y="0"/>
                    <a:pt x="615696" y="15926"/>
                    <a:pt x="643909" y="47784"/>
                  </a:cubicBezTo>
                  <a:cubicBezTo>
                    <a:pt x="672128" y="79635"/>
                    <a:pt x="686232" y="123774"/>
                    <a:pt x="686232" y="180207"/>
                  </a:cubicBezTo>
                  <a:lnTo>
                    <a:pt x="686232" y="427755"/>
                  </a:lnTo>
                  <a:cubicBezTo>
                    <a:pt x="686232" y="438677"/>
                    <a:pt x="681063" y="444138"/>
                    <a:pt x="670757" y="444138"/>
                  </a:cubicBezTo>
                  <a:lnTo>
                    <a:pt x="587934" y="444138"/>
                  </a:lnTo>
                  <a:cubicBezTo>
                    <a:pt x="577018" y="444138"/>
                    <a:pt x="571557" y="438677"/>
                    <a:pt x="571557" y="427755"/>
                  </a:cubicBezTo>
                  <a:lnTo>
                    <a:pt x="571557" y="209328"/>
                  </a:lnTo>
                  <a:cubicBezTo>
                    <a:pt x="571557" y="140157"/>
                    <a:pt x="544843" y="105575"/>
                    <a:pt x="491465" y="105575"/>
                  </a:cubicBezTo>
                  <a:cubicBezTo>
                    <a:pt x="464160" y="105575"/>
                    <a:pt x="442163" y="114833"/>
                    <a:pt x="425482" y="133331"/>
                  </a:cubicBezTo>
                  <a:cubicBezTo>
                    <a:pt x="408788" y="151848"/>
                    <a:pt x="400450" y="177787"/>
                    <a:pt x="400450" y="211150"/>
                  </a:cubicBezTo>
                  <a:lnTo>
                    <a:pt x="400450" y="427755"/>
                  </a:lnTo>
                  <a:cubicBezTo>
                    <a:pt x="400450" y="438677"/>
                    <a:pt x="394989" y="444138"/>
                    <a:pt x="384073" y="444138"/>
                  </a:cubicBezTo>
                  <a:lnTo>
                    <a:pt x="302158" y="444138"/>
                  </a:lnTo>
                  <a:cubicBezTo>
                    <a:pt x="291236" y="444138"/>
                    <a:pt x="285782" y="438677"/>
                    <a:pt x="285782" y="427755"/>
                  </a:cubicBezTo>
                  <a:lnTo>
                    <a:pt x="285782" y="209328"/>
                  </a:lnTo>
                  <a:cubicBezTo>
                    <a:pt x="285782" y="140157"/>
                    <a:pt x="259067" y="105575"/>
                    <a:pt x="205689" y="105575"/>
                  </a:cubicBezTo>
                  <a:cubicBezTo>
                    <a:pt x="178384" y="105575"/>
                    <a:pt x="156388" y="114833"/>
                    <a:pt x="139706" y="133331"/>
                  </a:cubicBezTo>
                  <a:cubicBezTo>
                    <a:pt x="123012" y="151848"/>
                    <a:pt x="114675" y="177787"/>
                    <a:pt x="114675" y="211150"/>
                  </a:cubicBezTo>
                  <a:lnTo>
                    <a:pt x="114675" y="427755"/>
                  </a:lnTo>
                  <a:cubicBezTo>
                    <a:pt x="114675" y="438677"/>
                    <a:pt x="109214" y="444138"/>
                    <a:pt x="98298" y="444138"/>
                  </a:cubicBezTo>
                  <a:lnTo>
                    <a:pt x="15475" y="444138"/>
                  </a:lnTo>
                  <a:cubicBezTo>
                    <a:pt x="5150" y="444138"/>
                    <a:pt x="0" y="438677"/>
                    <a:pt x="0" y="427755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1156B511-B581-CE42-74DD-A7FECEA94A50}"/>
                </a:ext>
              </a:extLst>
            </p:cNvPr>
            <p:cNvSpPr/>
            <p:nvPr/>
          </p:nvSpPr>
          <p:spPr>
            <a:xfrm>
              <a:off x="3496512" y="2818212"/>
              <a:ext cx="363130" cy="599624"/>
            </a:xfrm>
            <a:custGeom>
              <a:avLst/>
              <a:gdLst>
                <a:gd name="connsiteX0" fmla="*/ 0 w 363130"/>
                <a:gd name="connsiteY0" fmla="*/ 238309 h 599624"/>
                <a:gd name="connsiteX1" fmla="*/ 0 w 363130"/>
                <a:gd name="connsiteY1" fmla="*/ 171869 h 599624"/>
                <a:gd name="connsiteX2" fmla="*/ 16377 w 363130"/>
                <a:gd name="connsiteY2" fmla="*/ 155486 h 599624"/>
                <a:gd name="connsiteX3" fmla="*/ 91910 w 363130"/>
                <a:gd name="connsiteY3" fmla="*/ 155486 h 599624"/>
                <a:gd name="connsiteX4" fmla="*/ 91910 w 363130"/>
                <a:gd name="connsiteY4" fmla="*/ 16383 h 599624"/>
                <a:gd name="connsiteX5" fmla="*/ 107391 w 363130"/>
                <a:gd name="connsiteY5" fmla="*/ 0 h 599624"/>
                <a:gd name="connsiteX6" fmla="*/ 190208 w 363130"/>
                <a:gd name="connsiteY6" fmla="*/ 0 h 599624"/>
                <a:gd name="connsiteX7" fmla="*/ 206584 w 363130"/>
                <a:gd name="connsiteY7" fmla="*/ 16383 h 599624"/>
                <a:gd name="connsiteX8" fmla="*/ 206584 w 363130"/>
                <a:gd name="connsiteY8" fmla="*/ 155486 h 599624"/>
                <a:gd name="connsiteX9" fmla="*/ 343103 w 363130"/>
                <a:gd name="connsiteY9" fmla="*/ 155486 h 599624"/>
                <a:gd name="connsiteX10" fmla="*/ 359486 w 363130"/>
                <a:gd name="connsiteY10" fmla="*/ 171869 h 599624"/>
                <a:gd name="connsiteX11" fmla="*/ 359486 w 363130"/>
                <a:gd name="connsiteY11" fmla="*/ 238309 h 599624"/>
                <a:gd name="connsiteX12" fmla="*/ 343103 w 363130"/>
                <a:gd name="connsiteY12" fmla="*/ 254692 h 599624"/>
                <a:gd name="connsiteX13" fmla="*/ 206584 w 363130"/>
                <a:gd name="connsiteY13" fmla="*/ 254692 h 599624"/>
                <a:gd name="connsiteX14" fmla="*/ 206584 w 363130"/>
                <a:gd name="connsiteY14" fmla="*/ 414871 h 599624"/>
                <a:gd name="connsiteX15" fmla="*/ 225247 w 363130"/>
                <a:gd name="connsiteY15" fmla="*/ 477216 h 599624"/>
                <a:gd name="connsiteX16" fmla="*/ 285775 w 363130"/>
                <a:gd name="connsiteY16" fmla="*/ 495872 h 599624"/>
                <a:gd name="connsiteX17" fmla="*/ 344932 w 363130"/>
                <a:gd name="connsiteY17" fmla="*/ 484950 h 599624"/>
                <a:gd name="connsiteX18" fmla="*/ 354032 w 363130"/>
                <a:gd name="connsiteY18" fmla="*/ 483127 h 599624"/>
                <a:gd name="connsiteX19" fmla="*/ 363131 w 363130"/>
                <a:gd name="connsiteY19" fmla="*/ 496780 h 599624"/>
                <a:gd name="connsiteX20" fmla="*/ 363131 w 363130"/>
                <a:gd name="connsiteY20" fmla="*/ 565950 h 599624"/>
                <a:gd name="connsiteX21" fmla="*/ 352209 w 363130"/>
                <a:gd name="connsiteY21" fmla="*/ 583241 h 599624"/>
                <a:gd name="connsiteX22" fmla="*/ 262109 w 363130"/>
                <a:gd name="connsiteY22" fmla="*/ 599624 h 599624"/>
                <a:gd name="connsiteX23" fmla="*/ 91910 w 363130"/>
                <a:gd name="connsiteY23" fmla="*/ 427609 h 599624"/>
                <a:gd name="connsiteX24" fmla="*/ 91910 w 363130"/>
                <a:gd name="connsiteY24" fmla="*/ 254692 h 599624"/>
                <a:gd name="connsiteX25" fmla="*/ 16377 w 363130"/>
                <a:gd name="connsiteY25" fmla="*/ 254692 h 599624"/>
                <a:gd name="connsiteX26" fmla="*/ 0 w 363130"/>
                <a:gd name="connsiteY26" fmla="*/ 238309 h 59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3130" h="599624">
                  <a:moveTo>
                    <a:pt x="0" y="238309"/>
                  </a:moveTo>
                  <a:lnTo>
                    <a:pt x="0" y="171869"/>
                  </a:lnTo>
                  <a:cubicBezTo>
                    <a:pt x="0" y="160947"/>
                    <a:pt x="5455" y="155486"/>
                    <a:pt x="16377" y="155486"/>
                  </a:cubicBezTo>
                  <a:lnTo>
                    <a:pt x="91910" y="155486"/>
                  </a:lnTo>
                  <a:lnTo>
                    <a:pt x="91910" y="16383"/>
                  </a:lnTo>
                  <a:cubicBezTo>
                    <a:pt x="91910" y="5461"/>
                    <a:pt x="97060" y="0"/>
                    <a:pt x="107391" y="0"/>
                  </a:cubicBezTo>
                  <a:lnTo>
                    <a:pt x="190208" y="0"/>
                  </a:lnTo>
                  <a:cubicBezTo>
                    <a:pt x="201130" y="0"/>
                    <a:pt x="206584" y="5461"/>
                    <a:pt x="206584" y="16383"/>
                  </a:cubicBezTo>
                  <a:lnTo>
                    <a:pt x="206584" y="155486"/>
                  </a:lnTo>
                  <a:lnTo>
                    <a:pt x="343103" y="155486"/>
                  </a:lnTo>
                  <a:cubicBezTo>
                    <a:pt x="354032" y="155486"/>
                    <a:pt x="359486" y="160947"/>
                    <a:pt x="359486" y="171869"/>
                  </a:cubicBezTo>
                  <a:lnTo>
                    <a:pt x="359486" y="238309"/>
                  </a:lnTo>
                  <a:cubicBezTo>
                    <a:pt x="359486" y="249225"/>
                    <a:pt x="354032" y="254692"/>
                    <a:pt x="343103" y="254692"/>
                  </a:cubicBezTo>
                  <a:lnTo>
                    <a:pt x="206584" y="254692"/>
                  </a:lnTo>
                  <a:lnTo>
                    <a:pt x="206584" y="414871"/>
                  </a:lnTo>
                  <a:cubicBezTo>
                    <a:pt x="206584" y="443992"/>
                    <a:pt x="212801" y="464782"/>
                    <a:pt x="225247" y="477216"/>
                  </a:cubicBezTo>
                  <a:cubicBezTo>
                    <a:pt x="237680" y="489655"/>
                    <a:pt x="257861" y="495872"/>
                    <a:pt x="285775" y="495872"/>
                  </a:cubicBezTo>
                  <a:cubicBezTo>
                    <a:pt x="308210" y="495872"/>
                    <a:pt x="327939" y="492227"/>
                    <a:pt x="344932" y="484950"/>
                  </a:cubicBezTo>
                  <a:cubicBezTo>
                    <a:pt x="348571" y="483737"/>
                    <a:pt x="351600" y="483127"/>
                    <a:pt x="354032" y="483127"/>
                  </a:cubicBezTo>
                  <a:cubicBezTo>
                    <a:pt x="360089" y="483127"/>
                    <a:pt x="363131" y="487680"/>
                    <a:pt x="363131" y="496780"/>
                  </a:cubicBezTo>
                  <a:lnTo>
                    <a:pt x="363131" y="565950"/>
                  </a:lnTo>
                  <a:cubicBezTo>
                    <a:pt x="363131" y="573837"/>
                    <a:pt x="359486" y="579603"/>
                    <a:pt x="352209" y="583241"/>
                  </a:cubicBezTo>
                  <a:cubicBezTo>
                    <a:pt x="326727" y="594163"/>
                    <a:pt x="296691" y="599624"/>
                    <a:pt x="262109" y="599624"/>
                  </a:cubicBezTo>
                  <a:cubicBezTo>
                    <a:pt x="148641" y="599624"/>
                    <a:pt x="91910" y="542290"/>
                    <a:pt x="91910" y="427609"/>
                  </a:cubicBezTo>
                  <a:lnTo>
                    <a:pt x="91910" y="254692"/>
                  </a:lnTo>
                  <a:lnTo>
                    <a:pt x="16377" y="254692"/>
                  </a:lnTo>
                  <a:cubicBezTo>
                    <a:pt x="5455" y="254692"/>
                    <a:pt x="0" y="249225"/>
                    <a:pt x="0" y="238309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2974DB6-B209-9123-E980-51B6BE9C29A7}"/>
                </a:ext>
              </a:extLst>
            </p:cNvPr>
            <p:cNvSpPr/>
            <p:nvPr/>
          </p:nvSpPr>
          <p:spPr>
            <a:xfrm>
              <a:off x="3947000" y="2973699"/>
              <a:ext cx="114687" cy="433215"/>
            </a:xfrm>
            <a:custGeom>
              <a:avLst/>
              <a:gdLst>
                <a:gd name="connsiteX0" fmla="*/ 0 w 114687"/>
                <a:gd name="connsiteY0" fmla="*/ 16383 h 433215"/>
                <a:gd name="connsiteX1" fmla="*/ 15481 w 114687"/>
                <a:gd name="connsiteY1" fmla="*/ 0 h 433215"/>
                <a:gd name="connsiteX2" fmla="*/ 98298 w 114687"/>
                <a:gd name="connsiteY2" fmla="*/ 0 h 433215"/>
                <a:gd name="connsiteX3" fmla="*/ 114687 w 114687"/>
                <a:gd name="connsiteY3" fmla="*/ 16383 h 433215"/>
                <a:gd name="connsiteX4" fmla="*/ 114687 w 114687"/>
                <a:gd name="connsiteY4" fmla="*/ 416833 h 433215"/>
                <a:gd name="connsiteX5" fmla="*/ 98298 w 114687"/>
                <a:gd name="connsiteY5" fmla="*/ 433216 h 433215"/>
                <a:gd name="connsiteX6" fmla="*/ 15481 w 114687"/>
                <a:gd name="connsiteY6" fmla="*/ 433216 h 433215"/>
                <a:gd name="connsiteX7" fmla="*/ 0 w 114687"/>
                <a:gd name="connsiteY7" fmla="*/ 416833 h 433215"/>
                <a:gd name="connsiteX8" fmla="*/ 0 w 114687"/>
                <a:gd name="connsiteY8" fmla="*/ 1638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687" h="433215">
                  <a:moveTo>
                    <a:pt x="0" y="16383"/>
                  </a:moveTo>
                  <a:cubicBezTo>
                    <a:pt x="0" y="5461"/>
                    <a:pt x="5150" y="0"/>
                    <a:pt x="15481" y="0"/>
                  </a:cubicBezTo>
                  <a:lnTo>
                    <a:pt x="98298" y="0"/>
                  </a:lnTo>
                  <a:cubicBezTo>
                    <a:pt x="109220" y="0"/>
                    <a:pt x="114687" y="5461"/>
                    <a:pt x="114687" y="16383"/>
                  </a:cubicBezTo>
                  <a:lnTo>
                    <a:pt x="114687" y="416833"/>
                  </a:lnTo>
                  <a:cubicBezTo>
                    <a:pt x="114687" y="427755"/>
                    <a:pt x="109220" y="433216"/>
                    <a:pt x="98298" y="433216"/>
                  </a:cubicBezTo>
                  <a:lnTo>
                    <a:pt x="15481" y="433216"/>
                  </a:lnTo>
                  <a:cubicBezTo>
                    <a:pt x="5150" y="433216"/>
                    <a:pt x="0" y="427755"/>
                    <a:pt x="0" y="416833"/>
                  </a:cubicBezTo>
                  <a:lnTo>
                    <a:pt x="0" y="1638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9E17AEA-F781-CD47-3B21-8A1C56C8B339}"/>
                </a:ext>
              </a:extLst>
            </p:cNvPr>
            <p:cNvSpPr/>
            <p:nvPr/>
          </p:nvSpPr>
          <p:spPr>
            <a:xfrm>
              <a:off x="4145406" y="2973699"/>
              <a:ext cx="445046" cy="433215"/>
            </a:xfrm>
            <a:custGeom>
              <a:avLst/>
              <a:gdLst>
                <a:gd name="connsiteX0" fmla="*/ 3639 w 445046"/>
                <a:gd name="connsiteY0" fmla="*/ 414103 h 433215"/>
                <a:gd name="connsiteX1" fmla="*/ 153810 w 445046"/>
                <a:gd name="connsiteY1" fmla="*/ 211144 h 433215"/>
                <a:gd name="connsiteX2" fmla="*/ 9099 w 445046"/>
                <a:gd name="connsiteY2" fmla="*/ 19113 h 433215"/>
                <a:gd name="connsiteX3" fmla="*/ 5455 w 445046"/>
                <a:gd name="connsiteY3" fmla="*/ 10014 h 433215"/>
                <a:gd name="connsiteX4" fmla="*/ 7277 w 445046"/>
                <a:gd name="connsiteY4" fmla="*/ 4096 h 433215"/>
                <a:gd name="connsiteX5" fmla="*/ 19107 w 445046"/>
                <a:gd name="connsiteY5" fmla="*/ 0 h 433215"/>
                <a:gd name="connsiteX6" fmla="*/ 111030 w 445046"/>
                <a:gd name="connsiteY6" fmla="*/ 0 h 433215"/>
                <a:gd name="connsiteX7" fmla="*/ 130143 w 445046"/>
                <a:gd name="connsiteY7" fmla="*/ 10014 h 433215"/>
                <a:gd name="connsiteX8" fmla="*/ 221151 w 445046"/>
                <a:gd name="connsiteY8" fmla="*/ 132880 h 433215"/>
                <a:gd name="connsiteX9" fmla="*/ 223882 w 445046"/>
                <a:gd name="connsiteY9" fmla="*/ 132880 h 433215"/>
                <a:gd name="connsiteX10" fmla="*/ 314896 w 445046"/>
                <a:gd name="connsiteY10" fmla="*/ 10014 h 433215"/>
                <a:gd name="connsiteX11" fmla="*/ 334010 w 445046"/>
                <a:gd name="connsiteY11" fmla="*/ 0 h 433215"/>
                <a:gd name="connsiteX12" fmla="*/ 425933 w 445046"/>
                <a:gd name="connsiteY12" fmla="*/ 0 h 433215"/>
                <a:gd name="connsiteX13" fmla="*/ 438220 w 445046"/>
                <a:gd name="connsiteY13" fmla="*/ 4096 h 433215"/>
                <a:gd name="connsiteX14" fmla="*/ 440493 w 445046"/>
                <a:gd name="connsiteY14" fmla="*/ 10014 h 433215"/>
                <a:gd name="connsiteX15" fmla="*/ 435947 w 445046"/>
                <a:gd name="connsiteY15" fmla="*/ 19113 h 433215"/>
                <a:gd name="connsiteX16" fmla="*/ 292145 w 445046"/>
                <a:gd name="connsiteY16" fmla="*/ 211144 h 433215"/>
                <a:gd name="connsiteX17" fmla="*/ 441401 w 445046"/>
                <a:gd name="connsiteY17" fmla="*/ 414103 h 433215"/>
                <a:gd name="connsiteX18" fmla="*/ 445046 w 445046"/>
                <a:gd name="connsiteY18" fmla="*/ 424116 h 433215"/>
                <a:gd name="connsiteX19" fmla="*/ 443230 w 445046"/>
                <a:gd name="connsiteY19" fmla="*/ 429577 h 433215"/>
                <a:gd name="connsiteX20" fmla="*/ 431393 w 445046"/>
                <a:gd name="connsiteY20" fmla="*/ 433216 h 433215"/>
                <a:gd name="connsiteX21" fmla="*/ 338557 w 445046"/>
                <a:gd name="connsiteY21" fmla="*/ 433216 h 433215"/>
                <a:gd name="connsiteX22" fmla="*/ 319443 w 445046"/>
                <a:gd name="connsiteY22" fmla="*/ 423202 h 433215"/>
                <a:gd name="connsiteX23" fmla="*/ 223882 w 445046"/>
                <a:gd name="connsiteY23" fmla="*/ 293059 h 433215"/>
                <a:gd name="connsiteX24" fmla="*/ 221151 w 445046"/>
                <a:gd name="connsiteY24" fmla="*/ 293059 h 433215"/>
                <a:gd name="connsiteX25" fmla="*/ 125590 w 445046"/>
                <a:gd name="connsiteY25" fmla="*/ 423202 h 433215"/>
                <a:gd name="connsiteX26" fmla="*/ 106477 w 445046"/>
                <a:gd name="connsiteY26" fmla="*/ 433216 h 433215"/>
                <a:gd name="connsiteX27" fmla="*/ 13652 w 445046"/>
                <a:gd name="connsiteY27" fmla="*/ 433216 h 433215"/>
                <a:gd name="connsiteX28" fmla="*/ 1816 w 445046"/>
                <a:gd name="connsiteY28" fmla="*/ 429577 h 433215"/>
                <a:gd name="connsiteX29" fmla="*/ 0 w 445046"/>
                <a:gd name="connsiteY29" fmla="*/ 424116 h 433215"/>
                <a:gd name="connsiteX30" fmla="*/ 3639 w 445046"/>
                <a:gd name="connsiteY30" fmla="*/ 41410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5046" h="433215">
                  <a:moveTo>
                    <a:pt x="3639" y="414103"/>
                  </a:moveTo>
                  <a:lnTo>
                    <a:pt x="153810" y="211144"/>
                  </a:lnTo>
                  <a:lnTo>
                    <a:pt x="9099" y="19113"/>
                  </a:lnTo>
                  <a:cubicBezTo>
                    <a:pt x="6667" y="16084"/>
                    <a:pt x="5455" y="13056"/>
                    <a:pt x="5455" y="10014"/>
                  </a:cubicBezTo>
                  <a:cubicBezTo>
                    <a:pt x="5455" y="8801"/>
                    <a:pt x="6052" y="6826"/>
                    <a:pt x="7277" y="4096"/>
                  </a:cubicBezTo>
                  <a:cubicBezTo>
                    <a:pt x="8484" y="1365"/>
                    <a:pt x="12421" y="0"/>
                    <a:pt x="19107" y="0"/>
                  </a:cubicBezTo>
                  <a:lnTo>
                    <a:pt x="111030" y="0"/>
                  </a:lnTo>
                  <a:cubicBezTo>
                    <a:pt x="118910" y="0"/>
                    <a:pt x="125279" y="3340"/>
                    <a:pt x="130143" y="10014"/>
                  </a:cubicBezTo>
                  <a:lnTo>
                    <a:pt x="221151" y="132880"/>
                  </a:lnTo>
                  <a:lnTo>
                    <a:pt x="223882" y="132880"/>
                  </a:lnTo>
                  <a:lnTo>
                    <a:pt x="314896" y="10014"/>
                  </a:lnTo>
                  <a:cubicBezTo>
                    <a:pt x="319741" y="3340"/>
                    <a:pt x="326123" y="0"/>
                    <a:pt x="334010" y="0"/>
                  </a:cubicBezTo>
                  <a:lnTo>
                    <a:pt x="425933" y="0"/>
                  </a:lnTo>
                  <a:cubicBezTo>
                    <a:pt x="432600" y="0"/>
                    <a:pt x="436696" y="1365"/>
                    <a:pt x="438220" y="4096"/>
                  </a:cubicBezTo>
                  <a:cubicBezTo>
                    <a:pt x="439731" y="6826"/>
                    <a:pt x="440493" y="8801"/>
                    <a:pt x="440493" y="10014"/>
                  </a:cubicBezTo>
                  <a:cubicBezTo>
                    <a:pt x="440493" y="13056"/>
                    <a:pt x="438969" y="16084"/>
                    <a:pt x="435947" y="19113"/>
                  </a:cubicBezTo>
                  <a:lnTo>
                    <a:pt x="292145" y="211144"/>
                  </a:lnTo>
                  <a:lnTo>
                    <a:pt x="441401" y="414103"/>
                  </a:lnTo>
                  <a:cubicBezTo>
                    <a:pt x="443821" y="417747"/>
                    <a:pt x="445046" y="421088"/>
                    <a:pt x="445046" y="424116"/>
                  </a:cubicBezTo>
                  <a:cubicBezTo>
                    <a:pt x="445046" y="425336"/>
                    <a:pt x="444430" y="427152"/>
                    <a:pt x="443230" y="429577"/>
                  </a:cubicBezTo>
                  <a:cubicBezTo>
                    <a:pt x="441998" y="432003"/>
                    <a:pt x="438061" y="433216"/>
                    <a:pt x="431393" y="433216"/>
                  </a:cubicBezTo>
                  <a:lnTo>
                    <a:pt x="338557" y="433216"/>
                  </a:lnTo>
                  <a:cubicBezTo>
                    <a:pt x="330670" y="433216"/>
                    <a:pt x="324295" y="429889"/>
                    <a:pt x="319443" y="423202"/>
                  </a:cubicBezTo>
                  <a:lnTo>
                    <a:pt x="223882" y="293059"/>
                  </a:lnTo>
                  <a:lnTo>
                    <a:pt x="221151" y="293059"/>
                  </a:lnTo>
                  <a:lnTo>
                    <a:pt x="125590" y="423202"/>
                  </a:lnTo>
                  <a:cubicBezTo>
                    <a:pt x="120726" y="429889"/>
                    <a:pt x="114357" y="433216"/>
                    <a:pt x="106477" y="433216"/>
                  </a:cubicBezTo>
                  <a:lnTo>
                    <a:pt x="13652" y="433216"/>
                  </a:lnTo>
                  <a:cubicBezTo>
                    <a:pt x="6966" y="433216"/>
                    <a:pt x="3023" y="432003"/>
                    <a:pt x="1816" y="429577"/>
                  </a:cubicBezTo>
                  <a:cubicBezTo>
                    <a:pt x="591" y="427152"/>
                    <a:pt x="0" y="425336"/>
                    <a:pt x="0" y="424116"/>
                  </a:cubicBezTo>
                  <a:cubicBezTo>
                    <a:pt x="0" y="421088"/>
                    <a:pt x="1207" y="417747"/>
                    <a:pt x="3639" y="414103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37" name="Graphic 2">
              <a:extLst>
                <a:ext uri="{FF2B5EF4-FFF2-40B4-BE49-F238E27FC236}">
                  <a16:creationId xmlns:a16="http://schemas.microsoft.com/office/drawing/2014/main" id="{0C16684F-150E-E253-8726-E332944EC89D}"/>
                </a:ext>
              </a:extLst>
            </p:cNvPr>
            <p:cNvGrpSpPr/>
            <p:nvPr/>
          </p:nvGrpSpPr>
          <p:grpSpPr>
            <a:xfrm>
              <a:off x="3000444" y="3492633"/>
              <a:ext cx="1584566" cy="187788"/>
              <a:chOff x="3000444" y="3492633"/>
              <a:chExt cx="1584566" cy="187788"/>
            </a:xfrm>
          </p:grpSpPr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34652B36-C17A-852E-3D8D-D65BC3DDE595}"/>
                  </a:ext>
                </a:extLst>
              </p:cNvPr>
              <p:cNvSpPr/>
              <p:nvPr/>
            </p:nvSpPr>
            <p:spPr>
              <a:xfrm>
                <a:off x="3000444" y="3495504"/>
                <a:ext cx="170853" cy="182308"/>
              </a:xfrm>
              <a:custGeom>
                <a:avLst/>
                <a:gdLst>
                  <a:gd name="connsiteX0" fmla="*/ 775 w 170853"/>
                  <a:gd name="connsiteY0" fmla="*/ 176327 h 182308"/>
                  <a:gd name="connsiteX1" fmla="*/ 72923 w 170853"/>
                  <a:gd name="connsiteY1" fmla="*/ 3905 h 182308"/>
                  <a:gd name="connsiteX2" fmla="*/ 78918 w 170853"/>
                  <a:gd name="connsiteY2" fmla="*/ 0 h 182308"/>
                  <a:gd name="connsiteX3" fmla="*/ 92196 w 170853"/>
                  <a:gd name="connsiteY3" fmla="*/ 0 h 182308"/>
                  <a:gd name="connsiteX4" fmla="*/ 98184 w 170853"/>
                  <a:gd name="connsiteY4" fmla="*/ 3905 h 182308"/>
                  <a:gd name="connsiteX5" fmla="*/ 170332 w 170853"/>
                  <a:gd name="connsiteY5" fmla="*/ 176327 h 182308"/>
                  <a:gd name="connsiteX6" fmla="*/ 170853 w 170853"/>
                  <a:gd name="connsiteY6" fmla="*/ 178924 h 182308"/>
                  <a:gd name="connsiteX7" fmla="*/ 170206 w 170853"/>
                  <a:gd name="connsiteY7" fmla="*/ 181146 h 182308"/>
                  <a:gd name="connsiteX8" fmla="*/ 166688 w 170853"/>
                  <a:gd name="connsiteY8" fmla="*/ 182308 h 182308"/>
                  <a:gd name="connsiteX9" fmla="*/ 152622 w 170853"/>
                  <a:gd name="connsiteY9" fmla="*/ 182308 h 182308"/>
                  <a:gd name="connsiteX10" fmla="*/ 146628 w 170853"/>
                  <a:gd name="connsiteY10" fmla="*/ 178403 h 182308"/>
                  <a:gd name="connsiteX11" fmla="*/ 131261 w 170853"/>
                  <a:gd name="connsiteY11" fmla="*/ 140900 h 182308"/>
                  <a:gd name="connsiteX12" fmla="*/ 39846 w 170853"/>
                  <a:gd name="connsiteY12" fmla="*/ 140900 h 182308"/>
                  <a:gd name="connsiteX13" fmla="*/ 24473 w 170853"/>
                  <a:gd name="connsiteY13" fmla="*/ 178403 h 182308"/>
                  <a:gd name="connsiteX14" fmla="*/ 18491 w 170853"/>
                  <a:gd name="connsiteY14" fmla="*/ 182308 h 182308"/>
                  <a:gd name="connsiteX15" fmla="*/ 4686 w 170853"/>
                  <a:gd name="connsiteY15" fmla="*/ 182308 h 182308"/>
                  <a:gd name="connsiteX16" fmla="*/ 0 w 170853"/>
                  <a:gd name="connsiteY16" fmla="*/ 179191 h 182308"/>
                  <a:gd name="connsiteX17" fmla="*/ 775 w 170853"/>
                  <a:gd name="connsiteY17" fmla="*/ 176327 h 182308"/>
                  <a:gd name="connsiteX18" fmla="*/ 122669 w 170853"/>
                  <a:gd name="connsiteY18" fmla="*/ 119545 h 182308"/>
                  <a:gd name="connsiteX19" fmla="*/ 85947 w 170853"/>
                  <a:gd name="connsiteY19" fmla="*/ 29165 h 182308"/>
                  <a:gd name="connsiteX20" fmla="*/ 85420 w 170853"/>
                  <a:gd name="connsiteY20" fmla="*/ 29165 h 182308"/>
                  <a:gd name="connsiteX21" fmla="*/ 48438 w 170853"/>
                  <a:gd name="connsiteY21" fmla="*/ 119545 h 182308"/>
                  <a:gd name="connsiteX22" fmla="*/ 122669 w 170853"/>
                  <a:gd name="connsiteY22" fmla="*/ 119545 h 182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0853" h="182308">
                    <a:moveTo>
                      <a:pt x="775" y="176327"/>
                    </a:moveTo>
                    <a:lnTo>
                      <a:pt x="72923" y="3905"/>
                    </a:lnTo>
                    <a:cubicBezTo>
                      <a:pt x="73793" y="1295"/>
                      <a:pt x="75787" y="0"/>
                      <a:pt x="78918" y="0"/>
                    </a:cubicBezTo>
                    <a:lnTo>
                      <a:pt x="92196" y="0"/>
                    </a:lnTo>
                    <a:cubicBezTo>
                      <a:pt x="95320" y="0"/>
                      <a:pt x="97314" y="1295"/>
                      <a:pt x="98184" y="3905"/>
                    </a:cubicBezTo>
                    <a:lnTo>
                      <a:pt x="170332" y="176327"/>
                    </a:lnTo>
                    <a:cubicBezTo>
                      <a:pt x="170675" y="177362"/>
                      <a:pt x="170853" y="178238"/>
                      <a:pt x="170853" y="178924"/>
                    </a:cubicBezTo>
                    <a:cubicBezTo>
                      <a:pt x="170853" y="179622"/>
                      <a:pt x="170631" y="180359"/>
                      <a:pt x="170206" y="181146"/>
                    </a:cubicBezTo>
                    <a:cubicBezTo>
                      <a:pt x="169767" y="181921"/>
                      <a:pt x="168593" y="182308"/>
                      <a:pt x="166688" y="182308"/>
                    </a:cubicBezTo>
                    <a:lnTo>
                      <a:pt x="152622" y="182308"/>
                    </a:lnTo>
                    <a:cubicBezTo>
                      <a:pt x="149492" y="182308"/>
                      <a:pt x="147498" y="181013"/>
                      <a:pt x="146628" y="178403"/>
                    </a:cubicBezTo>
                    <a:lnTo>
                      <a:pt x="131261" y="140900"/>
                    </a:lnTo>
                    <a:lnTo>
                      <a:pt x="39846" y="140900"/>
                    </a:lnTo>
                    <a:lnTo>
                      <a:pt x="24473" y="178403"/>
                    </a:lnTo>
                    <a:cubicBezTo>
                      <a:pt x="23609" y="181013"/>
                      <a:pt x="21616" y="182308"/>
                      <a:pt x="18491" y="182308"/>
                    </a:cubicBezTo>
                    <a:lnTo>
                      <a:pt x="4686" y="182308"/>
                    </a:lnTo>
                    <a:cubicBezTo>
                      <a:pt x="1556" y="182308"/>
                      <a:pt x="0" y="181267"/>
                      <a:pt x="0" y="179191"/>
                    </a:cubicBezTo>
                    <a:cubicBezTo>
                      <a:pt x="0" y="178498"/>
                      <a:pt x="260" y="177540"/>
                      <a:pt x="775" y="176327"/>
                    </a:cubicBezTo>
                    <a:close/>
                    <a:moveTo>
                      <a:pt x="122669" y="119545"/>
                    </a:moveTo>
                    <a:lnTo>
                      <a:pt x="85947" y="29165"/>
                    </a:lnTo>
                    <a:lnTo>
                      <a:pt x="85420" y="29165"/>
                    </a:lnTo>
                    <a:lnTo>
                      <a:pt x="48438" y="119545"/>
                    </a:lnTo>
                    <a:lnTo>
                      <a:pt x="122669" y="119545"/>
                    </a:ln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135EB94E-7846-E714-91C4-57C8EC6CD5F8}"/>
                  </a:ext>
                </a:extLst>
              </p:cNvPr>
              <p:cNvSpPr/>
              <p:nvPr/>
            </p:nvSpPr>
            <p:spPr>
              <a:xfrm>
                <a:off x="3188480" y="3553841"/>
                <a:ext cx="121373" cy="126581"/>
              </a:xfrm>
              <a:custGeom>
                <a:avLst/>
                <a:gdLst>
                  <a:gd name="connsiteX0" fmla="*/ 17710 w 121373"/>
                  <a:gd name="connsiteY0" fmla="*/ 17971 h 126581"/>
                  <a:gd name="connsiteX1" fmla="*/ 63030 w 121373"/>
                  <a:gd name="connsiteY1" fmla="*/ 0 h 126581"/>
                  <a:gd name="connsiteX2" fmla="*/ 101314 w 121373"/>
                  <a:gd name="connsiteY2" fmla="*/ 11595 h 126581"/>
                  <a:gd name="connsiteX3" fmla="*/ 121374 w 121373"/>
                  <a:gd name="connsiteY3" fmla="*/ 42196 h 126581"/>
                  <a:gd name="connsiteX4" fmla="*/ 121374 w 121373"/>
                  <a:gd name="connsiteY4" fmla="*/ 43498 h 126581"/>
                  <a:gd name="connsiteX5" fmla="*/ 116421 w 121373"/>
                  <a:gd name="connsiteY5" fmla="*/ 47663 h 126581"/>
                  <a:gd name="connsiteX6" fmla="*/ 103664 w 121373"/>
                  <a:gd name="connsiteY6" fmla="*/ 47663 h 126581"/>
                  <a:gd name="connsiteX7" fmla="*/ 97930 w 121373"/>
                  <a:gd name="connsiteY7" fmla="*/ 43237 h 126581"/>
                  <a:gd name="connsiteX8" fmla="*/ 63297 w 121373"/>
                  <a:gd name="connsiteY8" fmla="*/ 20320 h 126581"/>
                  <a:gd name="connsiteX9" fmla="*/ 33992 w 121373"/>
                  <a:gd name="connsiteY9" fmla="*/ 32423 h 126581"/>
                  <a:gd name="connsiteX10" fmla="*/ 22917 w 121373"/>
                  <a:gd name="connsiteY10" fmla="*/ 63284 h 126581"/>
                  <a:gd name="connsiteX11" fmla="*/ 33992 w 121373"/>
                  <a:gd name="connsiteY11" fmla="*/ 94418 h 126581"/>
                  <a:gd name="connsiteX12" fmla="*/ 63297 w 121373"/>
                  <a:gd name="connsiteY12" fmla="*/ 106528 h 126581"/>
                  <a:gd name="connsiteX13" fmla="*/ 85173 w 121373"/>
                  <a:gd name="connsiteY13" fmla="*/ 100533 h 126581"/>
                  <a:gd name="connsiteX14" fmla="*/ 97930 w 121373"/>
                  <a:gd name="connsiteY14" fmla="*/ 83604 h 126581"/>
                  <a:gd name="connsiteX15" fmla="*/ 103403 w 121373"/>
                  <a:gd name="connsiteY15" fmla="*/ 79179 h 126581"/>
                  <a:gd name="connsiteX16" fmla="*/ 116161 w 121373"/>
                  <a:gd name="connsiteY16" fmla="*/ 79179 h 126581"/>
                  <a:gd name="connsiteX17" fmla="*/ 120066 w 121373"/>
                  <a:gd name="connsiteY17" fmla="*/ 80353 h 126581"/>
                  <a:gd name="connsiteX18" fmla="*/ 121374 w 121373"/>
                  <a:gd name="connsiteY18" fmla="*/ 82823 h 126581"/>
                  <a:gd name="connsiteX19" fmla="*/ 121107 w 121373"/>
                  <a:gd name="connsiteY19" fmla="*/ 84125 h 126581"/>
                  <a:gd name="connsiteX20" fmla="*/ 101314 w 121373"/>
                  <a:gd name="connsiteY20" fmla="*/ 114859 h 126581"/>
                  <a:gd name="connsiteX21" fmla="*/ 63030 w 121373"/>
                  <a:gd name="connsiteY21" fmla="*/ 126581 h 126581"/>
                  <a:gd name="connsiteX22" fmla="*/ 17577 w 121373"/>
                  <a:gd name="connsiteY22" fmla="*/ 108484 h 126581"/>
                  <a:gd name="connsiteX23" fmla="*/ 0 w 121373"/>
                  <a:gd name="connsiteY23" fmla="*/ 63284 h 126581"/>
                  <a:gd name="connsiteX24" fmla="*/ 17710 w 121373"/>
                  <a:gd name="connsiteY24" fmla="*/ 17971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1373" h="126581">
                    <a:moveTo>
                      <a:pt x="17710" y="17971"/>
                    </a:moveTo>
                    <a:cubicBezTo>
                      <a:pt x="29343" y="5995"/>
                      <a:pt x="44450" y="0"/>
                      <a:pt x="63030" y="0"/>
                    </a:cubicBezTo>
                    <a:cubicBezTo>
                      <a:pt x="77959" y="0"/>
                      <a:pt x="90722" y="3867"/>
                      <a:pt x="101314" y="11595"/>
                    </a:cubicBezTo>
                    <a:cubicBezTo>
                      <a:pt x="111900" y="19323"/>
                      <a:pt x="118593" y="29515"/>
                      <a:pt x="121374" y="42196"/>
                    </a:cubicBezTo>
                    <a:lnTo>
                      <a:pt x="121374" y="43498"/>
                    </a:lnTo>
                    <a:cubicBezTo>
                      <a:pt x="121374" y="46279"/>
                      <a:pt x="119723" y="47663"/>
                      <a:pt x="116421" y="47663"/>
                    </a:cubicBezTo>
                    <a:lnTo>
                      <a:pt x="103664" y="47663"/>
                    </a:lnTo>
                    <a:cubicBezTo>
                      <a:pt x="100705" y="47663"/>
                      <a:pt x="98800" y="46190"/>
                      <a:pt x="97930" y="43237"/>
                    </a:cubicBezTo>
                    <a:cubicBezTo>
                      <a:pt x="93066" y="27959"/>
                      <a:pt x="81528" y="20320"/>
                      <a:pt x="63297" y="20320"/>
                    </a:cubicBezTo>
                    <a:cubicBezTo>
                      <a:pt x="51130" y="20320"/>
                      <a:pt x="41364" y="24352"/>
                      <a:pt x="33992" y="32423"/>
                    </a:cubicBezTo>
                    <a:cubicBezTo>
                      <a:pt x="26607" y="40501"/>
                      <a:pt x="22917" y="50788"/>
                      <a:pt x="22917" y="63284"/>
                    </a:cubicBezTo>
                    <a:cubicBezTo>
                      <a:pt x="22917" y="75965"/>
                      <a:pt x="26607" y="86335"/>
                      <a:pt x="33992" y="94418"/>
                    </a:cubicBezTo>
                    <a:cubicBezTo>
                      <a:pt x="41364" y="102489"/>
                      <a:pt x="51130" y="106528"/>
                      <a:pt x="63297" y="106528"/>
                    </a:cubicBezTo>
                    <a:cubicBezTo>
                      <a:pt x="71793" y="106528"/>
                      <a:pt x="79083" y="104527"/>
                      <a:pt x="85173" y="100533"/>
                    </a:cubicBezTo>
                    <a:cubicBezTo>
                      <a:pt x="91249" y="96539"/>
                      <a:pt x="95498" y="90894"/>
                      <a:pt x="97930" y="83604"/>
                    </a:cubicBezTo>
                    <a:cubicBezTo>
                      <a:pt x="98800" y="80652"/>
                      <a:pt x="100622" y="79179"/>
                      <a:pt x="103403" y="79179"/>
                    </a:cubicBezTo>
                    <a:lnTo>
                      <a:pt x="116161" y="79179"/>
                    </a:lnTo>
                    <a:cubicBezTo>
                      <a:pt x="117894" y="79179"/>
                      <a:pt x="119202" y="79572"/>
                      <a:pt x="120066" y="80353"/>
                    </a:cubicBezTo>
                    <a:cubicBezTo>
                      <a:pt x="120936" y="81134"/>
                      <a:pt x="121374" y="81953"/>
                      <a:pt x="121374" y="82823"/>
                    </a:cubicBezTo>
                    <a:cubicBezTo>
                      <a:pt x="121374" y="83344"/>
                      <a:pt x="121279" y="83782"/>
                      <a:pt x="121107" y="84125"/>
                    </a:cubicBezTo>
                    <a:cubicBezTo>
                      <a:pt x="118510" y="96806"/>
                      <a:pt x="111900" y="107049"/>
                      <a:pt x="101314" y="114859"/>
                    </a:cubicBezTo>
                    <a:cubicBezTo>
                      <a:pt x="90722" y="122676"/>
                      <a:pt x="77959" y="126581"/>
                      <a:pt x="63030" y="126581"/>
                    </a:cubicBezTo>
                    <a:cubicBezTo>
                      <a:pt x="44450" y="126581"/>
                      <a:pt x="29305" y="120548"/>
                      <a:pt x="17577" y="108484"/>
                    </a:cubicBezTo>
                    <a:cubicBezTo>
                      <a:pt x="5861" y="96412"/>
                      <a:pt x="0" y="81350"/>
                      <a:pt x="0" y="63284"/>
                    </a:cubicBezTo>
                    <a:cubicBezTo>
                      <a:pt x="0" y="45231"/>
                      <a:pt x="5899" y="30125"/>
                      <a:pt x="17710" y="17971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308E73A4-B968-62AB-FCDD-AC187E6F5A47}"/>
                  </a:ext>
                </a:extLst>
              </p:cNvPr>
              <p:cNvSpPr/>
              <p:nvPr/>
            </p:nvSpPr>
            <p:spPr>
              <a:xfrm>
                <a:off x="3326522" y="3522586"/>
                <a:ext cx="99752" cy="157835"/>
              </a:xfrm>
              <a:custGeom>
                <a:avLst/>
                <a:gdLst>
                  <a:gd name="connsiteX0" fmla="*/ 0 w 99752"/>
                  <a:gd name="connsiteY0" fmla="*/ 47930 h 157835"/>
                  <a:gd name="connsiteX1" fmla="*/ 0 w 99752"/>
                  <a:gd name="connsiteY1" fmla="*/ 39065 h 157835"/>
                  <a:gd name="connsiteX2" fmla="*/ 4953 w 99752"/>
                  <a:gd name="connsiteY2" fmla="*/ 33865 h 157835"/>
                  <a:gd name="connsiteX3" fmla="*/ 28130 w 99752"/>
                  <a:gd name="connsiteY3" fmla="*/ 33865 h 157835"/>
                  <a:gd name="connsiteX4" fmla="*/ 28130 w 99752"/>
                  <a:gd name="connsiteY4" fmla="*/ 5214 h 157835"/>
                  <a:gd name="connsiteX5" fmla="*/ 33344 w 99752"/>
                  <a:gd name="connsiteY5" fmla="*/ 0 h 157835"/>
                  <a:gd name="connsiteX6" fmla="*/ 45580 w 99752"/>
                  <a:gd name="connsiteY6" fmla="*/ 0 h 157835"/>
                  <a:gd name="connsiteX7" fmla="*/ 50527 w 99752"/>
                  <a:gd name="connsiteY7" fmla="*/ 5214 h 157835"/>
                  <a:gd name="connsiteX8" fmla="*/ 50527 w 99752"/>
                  <a:gd name="connsiteY8" fmla="*/ 33865 h 157835"/>
                  <a:gd name="connsiteX9" fmla="*/ 92983 w 99752"/>
                  <a:gd name="connsiteY9" fmla="*/ 33865 h 157835"/>
                  <a:gd name="connsiteX10" fmla="*/ 98196 w 99752"/>
                  <a:gd name="connsiteY10" fmla="*/ 39065 h 157835"/>
                  <a:gd name="connsiteX11" fmla="*/ 98196 w 99752"/>
                  <a:gd name="connsiteY11" fmla="*/ 47930 h 157835"/>
                  <a:gd name="connsiteX12" fmla="*/ 92983 w 99752"/>
                  <a:gd name="connsiteY12" fmla="*/ 53130 h 157835"/>
                  <a:gd name="connsiteX13" fmla="*/ 50527 w 99752"/>
                  <a:gd name="connsiteY13" fmla="*/ 53130 h 157835"/>
                  <a:gd name="connsiteX14" fmla="*/ 50527 w 99752"/>
                  <a:gd name="connsiteY14" fmla="*/ 111995 h 157835"/>
                  <a:gd name="connsiteX15" fmla="*/ 56521 w 99752"/>
                  <a:gd name="connsiteY15" fmla="*/ 131915 h 157835"/>
                  <a:gd name="connsiteX16" fmla="*/ 75533 w 99752"/>
                  <a:gd name="connsiteY16" fmla="*/ 137782 h 157835"/>
                  <a:gd name="connsiteX17" fmla="*/ 93764 w 99752"/>
                  <a:gd name="connsiteY17" fmla="*/ 134658 h 157835"/>
                  <a:gd name="connsiteX18" fmla="*/ 96888 w 99752"/>
                  <a:gd name="connsiteY18" fmla="*/ 133871 h 157835"/>
                  <a:gd name="connsiteX19" fmla="*/ 99752 w 99752"/>
                  <a:gd name="connsiteY19" fmla="*/ 138303 h 157835"/>
                  <a:gd name="connsiteX20" fmla="*/ 99752 w 99752"/>
                  <a:gd name="connsiteY20" fmla="*/ 147676 h 157835"/>
                  <a:gd name="connsiteX21" fmla="*/ 95847 w 99752"/>
                  <a:gd name="connsiteY21" fmla="*/ 153410 h 157835"/>
                  <a:gd name="connsiteX22" fmla="*/ 71622 w 99752"/>
                  <a:gd name="connsiteY22" fmla="*/ 157836 h 157835"/>
                  <a:gd name="connsiteX23" fmla="*/ 28130 w 99752"/>
                  <a:gd name="connsiteY23" fmla="*/ 113037 h 157835"/>
                  <a:gd name="connsiteX24" fmla="*/ 28130 w 99752"/>
                  <a:gd name="connsiteY24" fmla="*/ 53130 h 157835"/>
                  <a:gd name="connsiteX25" fmla="*/ 4953 w 99752"/>
                  <a:gd name="connsiteY25" fmla="*/ 53130 h 157835"/>
                  <a:gd name="connsiteX26" fmla="*/ 0 w 99752"/>
                  <a:gd name="connsiteY26" fmla="*/ 47930 h 157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9752" h="157835">
                    <a:moveTo>
                      <a:pt x="0" y="47930"/>
                    </a:moveTo>
                    <a:lnTo>
                      <a:pt x="0" y="39065"/>
                    </a:lnTo>
                    <a:cubicBezTo>
                      <a:pt x="0" y="35598"/>
                      <a:pt x="1651" y="33865"/>
                      <a:pt x="4953" y="33865"/>
                    </a:cubicBezTo>
                    <a:lnTo>
                      <a:pt x="28130" y="33865"/>
                    </a:lnTo>
                    <a:lnTo>
                      <a:pt x="28130" y="5214"/>
                    </a:lnTo>
                    <a:cubicBezTo>
                      <a:pt x="28130" y="1734"/>
                      <a:pt x="29864" y="0"/>
                      <a:pt x="33344" y="0"/>
                    </a:cubicBezTo>
                    <a:lnTo>
                      <a:pt x="45580" y="0"/>
                    </a:lnTo>
                    <a:cubicBezTo>
                      <a:pt x="48882" y="0"/>
                      <a:pt x="50527" y="1734"/>
                      <a:pt x="50527" y="5214"/>
                    </a:cubicBezTo>
                    <a:lnTo>
                      <a:pt x="50527" y="33865"/>
                    </a:lnTo>
                    <a:lnTo>
                      <a:pt x="92983" y="33865"/>
                    </a:lnTo>
                    <a:cubicBezTo>
                      <a:pt x="96450" y="33865"/>
                      <a:pt x="98196" y="35598"/>
                      <a:pt x="98196" y="39065"/>
                    </a:cubicBezTo>
                    <a:lnTo>
                      <a:pt x="98196" y="47930"/>
                    </a:lnTo>
                    <a:cubicBezTo>
                      <a:pt x="98196" y="51397"/>
                      <a:pt x="96450" y="53130"/>
                      <a:pt x="92983" y="53130"/>
                    </a:cubicBezTo>
                    <a:lnTo>
                      <a:pt x="50527" y="53130"/>
                    </a:lnTo>
                    <a:lnTo>
                      <a:pt x="50527" y="111995"/>
                    </a:lnTo>
                    <a:cubicBezTo>
                      <a:pt x="50527" y="121374"/>
                      <a:pt x="52527" y="128010"/>
                      <a:pt x="56521" y="131915"/>
                    </a:cubicBezTo>
                    <a:cubicBezTo>
                      <a:pt x="60509" y="135820"/>
                      <a:pt x="66853" y="137782"/>
                      <a:pt x="75533" y="137782"/>
                    </a:cubicBezTo>
                    <a:cubicBezTo>
                      <a:pt x="82302" y="137782"/>
                      <a:pt x="88380" y="136735"/>
                      <a:pt x="93764" y="134658"/>
                    </a:cubicBezTo>
                    <a:cubicBezTo>
                      <a:pt x="94977" y="134138"/>
                      <a:pt x="96018" y="133871"/>
                      <a:pt x="96888" y="133871"/>
                    </a:cubicBezTo>
                    <a:cubicBezTo>
                      <a:pt x="98800" y="133871"/>
                      <a:pt x="99752" y="135344"/>
                      <a:pt x="99752" y="138303"/>
                    </a:cubicBezTo>
                    <a:lnTo>
                      <a:pt x="99752" y="147676"/>
                    </a:lnTo>
                    <a:cubicBezTo>
                      <a:pt x="99752" y="150279"/>
                      <a:pt x="98457" y="152197"/>
                      <a:pt x="95847" y="153410"/>
                    </a:cubicBezTo>
                    <a:cubicBezTo>
                      <a:pt x="88729" y="156356"/>
                      <a:pt x="80651" y="157836"/>
                      <a:pt x="71622" y="157836"/>
                    </a:cubicBezTo>
                    <a:cubicBezTo>
                      <a:pt x="42628" y="157836"/>
                      <a:pt x="28130" y="142907"/>
                      <a:pt x="28130" y="113037"/>
                    </a:cubicBezTo>
                    <a:lnTo>
                      <a:pt x="28130" y="53130"/>
                    </a:lnTo>
                    <a:lnTo>
                      <a:pt x="4953" y="53130"/>
                    </a:lnTo>
                    <a:cubicBezTo>
                      <a:pt x="1651" y="53130"/>
                      <a:pt x="0" y="51397"/>
                      <a:pt x="0" y="47930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01B57281-9F36-F368-F977-F3A814721803}"/>
                  </a:ext>
                </a:extLst>
              </p:cNvPr>
              <p:cNvSpPr/>
              <p:nvPr/>
            </p:nvSpPr>
            <p:spPr>
              <a:xfrm>
                <a:off x="3515092" y="3501485"/>
                <a:ext cx="32296" cy="176326"/>
              </a:xfrm>
              <a:custGeom>
                <a:avLst/>
                <a:gdLst>
                  <a:gd name="connsiteX0" fmla="*/ 0 w 32296"/>
                  <a:gd name="connsiteY0" fmla="*/ 16154 h 176326"/>
                  <a:gd name="connsiteX1" fmla="*/ 4559 w 32296"/>
                  <a:gd name="connsiteY1" fmla="*/ 4559 h 176326"/>
                  <a:gd name="connsiteX2" fmla="*/ 16142 w 32296"/>
                  <a:gd name="connsiteY2" fmla="*/ 0 h 176326"/>
                  <a:gd name="connsiteX3" fmla="*/ 27737 w 32296"/>
                  <a:gd name="connsiteY3" fmla="*/ 4559 h 176326"/>
                  <a:gd name="connsiteX4" fmla="*/ 32296 w 32296"/>
                  <a:gd name="connsiteY4" fmla="*/ 16154 h 176326"/>
                  <a:gd name="connsiteX5" fmla="*/ 27864 w 32296"/>
                  <a:gd name="connsiteY5" fmla="*/ 27610 h 176326"/>
                  <a:gd name="connsiteX6" fmla="*/ 16142 w 32296"/>
                  <a:gd name="connsiteY6" fmla="*/ 32296 h 176326"/>
                  <a:gd name="connsiteX7" fmla="*/ 4559 w 32296"/>
                  <a:gd name="connsiteY7" fmla="*/ 27610 h 176326"/>
                  <a:gd name="connsiteX8" fmla="*/ 0 w 32296"/>
                  <a:gd name="connsiteY8" fmla="*/ 16154 h 176326"/>
                  <a:gd name="connsiteX9" fmla="*/ 4947 w 32296"/>
                  <a:gd name="connsiteY9" fmla="*/ 60166 h 176326"/>
                  <a:gd name="connsiteX10" fmla="*/ 10147 w 32296"/>
                  <a:gd name="connsiteY10" fmla="*/ 54966 h 176326"/>
                  <a:gd name="connsiteX11" fmla="*/ 22136 w 32296"/>
                  <a:gd name="connsiteY11" fmla="*/ 54966 h 176326"/>
                  <a:gd name="connsiteX12" fmla="*/ 27343 w 32296"/>
                  <a:gd name="connsiteY12" fmla="*/ 60166 h 176326"/>
                  <a:gd name="connsiteX13" fmla="*/ 27343 w 32296"/>
                  <a:gd name="connsiteY13" fmla="*/ 171120 h 176326"/>
                  <a:gd name="connsiteX14" fmla="*/ 22136 w 32296"/>
                  <a:gd name="connsiteY14" fmla="*/ 176327 h 176326"/>
                  <a:gd name="connsiteX15" fmla="*/ 10147 w 32296"/>
                  <a:gd name="connsiteY15" fmla="*/ 176327 h 176326"/>
                  <a:gd name="connsiteX16" fmla="*/ 4947 w 32296"/>
                  <a:gd name="connsiteY16" fmla="*/ 171120 h 176326"/>
                  <a:gd name="connsiteX17" fmla="*/ 4947 w 32296"/>
                  <a:gd name="connsiteY17" fmla="*/ 60166 h 176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296" h="176326">
                    <a:moveTo>
                      <a:pt x="0" y="16154"/>
                    </a:moveTo>
                    <a:cubicBezTo>
                      <a:pt x="0" y="11468"/>
                      <a:pt x="1512" y="7607"/>
                      <a:pt x="4559" y="4559"/>
                    </a:cubicBezTo>
                    <a:cubicBezTo>
                      <a:pt x="7588" y="1531"/>
                      <a:pt x="11456" y="0"/>
                      <a:pt x="16142" y="0"/>
                    </a:cubicBezTo>
                    <a:cubicBezTo>
                      <a:pt x="20828" y="0"/>
                      <a:pt x="24689" y="1531"/>
                      <a:pt x="27737" y="4559"/>
                    </a:cubicBezTo>
                    <a:cubicBezTo>
                      <a:pt x="30766" y="7607"/>
                      <a:pt x="32296" y="11468"/>
                      <a:pt x="32296" y="16154"/>
                    </a:cubicBezTo>
                    <a:cubicBezTo>
                      <a:pt x="32296" y="20676"/>
                      <a:pt x="30817" y="24486"/>
                      <a:pt x="27864" y="27610"/>
                    </a:cubicBezTo>
                    <a:cubicBezTo>
                      <a:pt x="24733" y="30740"/>
                      <a:pt x="20828" y="32296"/>
                      <a:pt x="16142" y="32296"/>
                    </a:cubicBezTo>
                    <a:cubicBezTo>
                      <a:pt x="11456" y="32296"/>
                      <a:pt x="7588" y="30740"/>
                      <a:pt x="4559" y="27610"/>
                    </a:cubicBezTo>
                    <a:cubicBezTo>
                      <a:pt x="1512" y="24486"/>
                      <a:pt x="0" y="20676"/>
                      <a:pt x="0" y="16154"/>
                    </a:cubicBezTo>
                    <a:close/>
                    <a:moveTo>
                      <a:pt x="4947" y="60166"/>
                    </a:moveTo>
                    <a:cubicBezTo>
                      <a:pt x="4947" y="56699"/>
                      <a:pt x="6680" y="54966"/>
                      <a:pt x="10147" y="54966"/>
                    </a:cubicBezTo>
                    <a:lnTo>
                      <a:pt x="22136" y="54966"/>
                    </a:lnTo>
                    <a:cubicBezTo>
                      <a:pt x="25603" y="54966"/>
                      <a:pt x="27343" y="56699"/>
                      <a:pt x="27343" y="60166"/>
                    </a:cubicBezTo>
                    <a:lnTo>
                      <a:pt x="27343" y="171120"/>
                    </a:lnTo>
                    <a:cubicBezTo>
                      <a:pt x="27343" y="174593"/>
                      <a:pt x="25603" y="176327"/>
                      <a:pt x="22136" y="176327"/>
                    </a:cubicBezTo>
                    <a:lnTo>
                      <a:pt x="10147" y="176327"/>
                    </a:lnTo>
                    <a:cubicBezTo>
                      <a:pt x="6680" y="176327"/>
                      <a:pt x="4947" y="174593"/>
                      <a:pt x="4947" y="171120"/>
                    </a:cubicBezTo>
                    <a:lnTo>
                      <a:pt x="4947" y="60166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E04634C2-C144-0C32-D17E-75AD4B2E4CF6}"/>
                  </a:ext>
                </a:extLst>
              </p:cNvPr>
              <p:cNvSpPr/>
              <p:nvPr/>
            </p:nvSpPr>
            <p:spPr>
              <a:xfrm>
                <a:off x="3583069" y="3553841"/>
                <a:ext cx="113550" cy="123971"/>
              </a:xfrm>
              <a:custGeom>
                <a:avLst/>
                <a:gdLst>
                  <a:gd name="connsiteX0" fmla="*/ 0 w 113550"/>
                  <a:gd name="connsiteY0" fmla="*/ 118764 h 123971"/>
                  <a:gd name="connsiteX1" fmla="*/ 0 w 113550"/>
                  <a:gd name="connsiteY1" fmla="*/ 7811 h 123971"/>
                  <a:gd name="connsiteX2" fmla="*/ 5200 w 113550"/>
                  <a:gd name="connsiteY2" fmla="*/ 2610 h 123971"/>
                  <a:gd name="connsiteX3" fmla="*/ 16923 w 113550"/>
                  <a:gd name="connsiteY3" fmla="*/ 2610 h 123971"/>
                  <a:gd name="connsiteX4" fmla="*/ 22136 w 113550"/>
                  <a:gd name="connsiteY4" fmla="*/ 7811 h 123971"/>
                  <a:gd name="connsiteX5" fmla="*/ 22136 w 113550"/>
                  <a:gd name="connsiteY5" fmla="*/ 22136 h 123971"/>
                  <a:gd name="connsiteX6" fmla="*/ 22657 w 113550"/>
                  <a:gd name="connsiteY6" fmla="*/ 22136 h 123971"/>
                  <a:gd name="connsiteX7" fmla="*/ 39059 w 113550"/>
                  <a:gd name="connsiteY7" fmla="*/ 5861 h 123971"/>
                  <a:gd name="connsiteX8" fmla="*/ 65106 w 113550"/>
                  <a:gd name="connsiteY8" fmla="*/ 0 h 123971"/>
                  <a:gd name="connsiteX9" fmla="*/ 100660 w 113550"/>
                  <a:gd name="connsiteY9" fmla="*/ 13545 h 123971"/>
                  <a:gd name="connsiteX10" fmla="*/ 113551 w 113550"/>
                  <a:gd name="connsiteY10" fmla="*/ 51048 h 123971"/>
                  <a:gd name="connsiteX11" fmla="*/ 113551 w 113550"/>
                  <a:gd name="connsiteY11" fmla="*/ 118764 h 123971"/>
                  <a:gd name="connsiteX12" fmla="*/ 108604 w 113550"/>
                  <a:gd name="connsiteY12" fmla="*/ 123971 h 123971"/>
                  <a:gd name="connsiteX13" fmla="*/ 96361 w 113550"/>
                  <a:gd name="connsiteY13" fmla="*/ 123971 h 123971"/>
                  <a:gd name="connsiteX14" fmla="*/ 91154 w 113550"/>
                  <a:gd name="connsiteY14" fmla="*/ 118764 h 123971"/>
                  <a:gd name="connsiteX15" fmla="*/ 91154 w 113550"/>
                  <a:gd name="connsiteY15" fmla="*/ 56001 h 123971"/>
                  <a:gd name="connsiteX16" fmla="*/ 59639 w 113550"/>
                  <a:gd name="connsiteY16" fmla="*/ 20581 h 123971"/>
                  <a:gd name="connsiteX17" fmla="*/ 32557 w 113550"/>
                  <a:gd name="connsiteY17" fmla="*/ 30474 h 123971"/>
                  <a:gd name="connsiteX18" fmla="*/ 22396 w 113550"/>
                  <a:gd name="connsiteY18" fmla="*/ 57042 h 123971"/>
                  <a:gd name="connsiteX19" fmla="*/ 22396 w 113550"/>
                  <a:gd name="connsiteY19" fmla="*/ 118764 h 123971"/>
                  <a:gd name="connsiteX20" fmla="*/ 17183 w 113550"/>
                  <a:gd name="connsiteY20" fmla="*/ 123971 h 123971"/>
                  <a:gd name="connsiteX21" fmla="*/ 5200 w 113550"/>
                  <a:gd name="connsiteY21" fmla="*/ 123971 h 123971"/>
                  <a:gd name="connsiteX22" fmla="*/ 0 w 113550"/>
                  <a:gd name="connsiteY22" fmla="*/ 118764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3550" h="123971">
                    <a:moveTo>
                      <a:pt x="0" y="118764"/>
                    </a:moveTo>
                    <a:lnTo>
                      <a:pt x="0" y="7811"/>
                    </a:lnTo>
                    <a:cubicBezTo>
                      <a:pt x="0" y="4344"/>
                      <a:pt x="1734" y="2610"/>
                      <a:pt x="5200" y="2610"/>
                    </a:cubicBezTo>
                    <a:lnTo>
                      <a:pt x="16923" y="2610"/>
                    </a:lnTo>
                    <a:cubicBezTo>
                      <a:pt x="20390" y="2610"/>
                      <a:pt x="22136" y="4344"/>
                      <a:pt x="22136" y="7811"/>
                    </a:cubicBezTo>
                    <a:lnTo>
                      <a:pt x="22136" y="22136"/>
                    </a:lnTo>
                    <a:lnTo>
                      <a:pt x="22657" y="22136"/>
                    </a:lnTo>
                    <a:cubicBezTo>
                      <a:pt x="26124" y="15202"/>
                      <a:pt x="31598" y="9766"/>
                      <a:pt x="39059" y="5861"/>
                    </a:cubicBezTo>
                    <a:cubicBezTo>
                      <a:pt x="46527" y="1956"/>
                      <a:pt x="55213" y="0"/>
                      <a:pt x="65106" y="0"/>
                    </a:cubicBezTo>
                    <a:cubicBezTo>
                      <a:pt x="80213" y="0"/>
                      <a:pt x="92069" y="4521"/>
                      <a:pt x="100660" y="13545"/>
                    </a:cubicBezTo>
                    <a:cubicBezTo>
                      <a:pt x="109252" y="22575"/>
                      <a:pt x="113551" y="35071"/>
                      <a:pt x="113551" y="51048"/>
                    </a:cubicBezTo>
                    <a:lnTo>
                      <a:pt x="113551" y="118764"/>
                    </a:lnTo>
                    <a:cubicBezTo>
                      <a:pt x="113551" y="122238"/>
                      <a:pt x="111900" y="123971"/>
                      <a:pt x="108604" y="123971"/>
                    </a:cubicBezTo>
                    <a:lnTo>
                      <a:pt x="96361" y="123971"/>
                    </a:lnTo>
                    <a:cubicBezTo>
                      <a:pt x="92888" y="123971"/>
                      <a:pt x="91154" y="122238"/>
                      <a:pt x="91154" y="118764"/>
                    </a:cubicBezTo>
                    <a:lnTo>
                      <a:pt x="91154" y="56001"/>
                    </a:lnTo>
                    <a:cubicBezTo>
                      <a:pt x="91154" y="32385"/>
                      <a:pt x="80638" y="20581"/>
                      <a:pt x="59639" y="20581"/>
                    </a:cubicBezTo>
                    <a:cubicBezTo>
                      <a:pt x="48342" y="20581"/>
                      <a:pt x="39319" y="23876"/>
                      <a:pt x="32557" y="30474"/>
                    </a:cubicBezTo>
                    <a:cubicBezTo>
                      <a:pt x="25781" y="37078"/>
                      <a:pt x="22396" y="45930"/>
                      <a:pt x="22396" y="57042"/>
                    </a:cubicBezTo>
                    <a:lnTo>
                      <a:pt x="22396" y="118764"/>
                    </a:lnTo>
                    <a:cubicBezTo>
                      <a:pt x="22396" y="122238"/>
                      <a:pt x="20656" y="123971"/>
                      <a:pt x="17183" y="123971"/>
                    </a:cubicBezTo>
                    <a:lnTo>
                      <a:pt x="5200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A631D260-4FBA-4DE6-6817-ECD4062E2BB9}"/>
                  </a:ext>
                </a:extLst>
              </p:cNvPr>
              <p:cNvSpPr/>
              <p:nvPr/>
            </p:nvSpPr>
            <p:spPr>
              <a:xfrm>
                <a:off x="3720578" y="3492633"/>
                <a:ext cx="94538" cy="185178"/>
              </a:xfrm>
              <a:custGeom>
                <a:avLst/>
                <a:gdLst>
                  <a:gd name="connsiteX0" fmla="*/ 4947 w 94538"/>
                  <a:gd name="connsiteY0" fmla="*/ 63817 h 185178"/>
                  <a:gd name="connsiteX1" fmla="*/ 27864 w 94538"/>
                  <a:gd name="connsiteY1" fmla="*/ 63817 h 185178"/>
                  <a:gd name="connsiteX2" fmla="*/ 27864 w 94538"/>
                  <a:gd name="connsiteY2" fmla="*/ 53137 h 185178"/>
                  <a:gd name="connsiteX3" fmla="*/ 73704 w 94538"/>
                  <a:gd name="connsiteY3" fmla="*/ 0 h 185178"/>
                  <a:gd name="connsiteX4" fmla="*/ 90373 w 94538"/>
                  <a:gd name="connsiteY4" fmla="*/ 2349 h 185178"/>
                  <a:gd name="connsiteX5" fmla="*/ 94539 w 94538"/>
                  <a:gd name="connsiteY5" fmla="*/ 7817 h 185178"/>
                  <a:gd name="connsiteX6" fmla="*/ 94539 w 94538"/>
                  <a:gd name="connsiteY6" fmla="*/ 16935 h 185178"/>
                  <a:gd name="connsiteX7" fmla="*/ 90633 w 94538"/>
                  <a:gd name="connsiteY7" fmla="*/ 21622 h 185178"/>
                  <a:gd name="connsiteX8" fmla="*/ 88811 w 94538"/>
                  <a:gd name="connsiteY8" fmla="*/ 21361 h 185178"/>
                  <a:gd name="connsiteX9" fmla="*/ 77610 w 94538"/>
                  <a:gd name="connsiteY9" fmla="*/ 20320 h 185178"/>
                  <a:gd name="connsiteX10" fmla="*/ 56648 w 94538"/>
                  <a:gd name="connsiteY10" fmla="*/ 27610 h 185178"/>
                  <a:gd name="connsiteX11" fmla="*/ 50266 w 94538"/>
                  <a:gd name="connsiteY11" fmla="*/ 52616 h 185178"/>
                  <a:gd name="connsiteX12" fmla="*/ 50266 w 94538"/>
                  <a:gd name="connsiteY12" fmla="*/ 63817 h 185178"/>
                  <a:gd name="connsiteX13" fmla="*/ 87769 w 94538"/>
                  <a:gd name="connsiteY13" fmla="*/ 63817 h 185178"/>
                  <a:gd name="connsiteX14" fmla="*/ 92716 w 94538"/>
                  <a:gd name="connsiteY14" fmla="*/ 69018 h 185178"/>
                  <a:gd name="connsiteX15" fmla="*/ 92716 w 94538"/>
                  <a:gd name="connsiteY15" fmla="*/ 77883 h 185178"/>
                  <a:gd name="connsiteX16" fmla="*/ 87769 w 94538"/>
                  <a:gd name="connsiteY16" fmla="*/ 83083 h 185178"/>
                  <a:gd name="connsiteX17" fmla="*/ 50266 w 94538"/>
                  <a:gd name="connsiteY17" fmla="*/ 83083 h 185178"/>
                  <a:gd name="connsiteX18" fmla="*/ 50266 w 94538"/>
                  <a:gd name="connsiteY18" fmla="*/ 179972 h 185178"/>
                  <a:gd name="connsiteX19" fmla="*/ 45053 w 94538"/>
                  <a:gd name="connsiteY19" fmla="*/ 185179 h 185178"/>
                  <a:gd name="connsiteX20" fmla="*/ 32817 w 94538"/>
                  <a:gd name="connsiteY20" fmla="*/ 185179 h 185178"/>
                  <a:gd name="connsiteX21" fmla="*/ 27864 w 94538"/>
                  <a:gd name="connsiteY21" fmla="*/ 179972 h 185178"/>
                  <a:gd name="connsiteX22" fmla="*/ 27864 w 94538"/>
                  <a:gd name="connsiteY22" fmla="*/ 83083 h 185178"/>
                  <a:gd name="connsiteX23" fmla="*/ 4947 w 94538"/>
                  <a:gd name="connsiteY23" fmla="*/ 83083 h 185178"/>
                  <a:gd name="connsiteX24" fmla="*/ 0 w 94538"/>
                  <a:gd name="connsiteY24" fmla="*/ 77883 h 185178"/>
                  <a:gd name="connsiteX25" fmla="*/ 0 w 94538"/>
                  <a:gd name="connsiteY25" fmla="*/ 69018 h 185178"/>
                  <a:gd name="connsiteX26" fmla="*/ 4947 w 94538"/>
                  <a:gd name="connsiteY26" fmla="*/ 63817 h 18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4538" h="185178">
                    <a:moveTo>
                      <a:pt x="4947" y="63817"/>
                    </a:moveTo>
                    <a:lnTo>
                      <a:pt x="27864" y="63817"/>
                    </a:lnTo>
                    <a:lnTo>
                      <a:pt x="27864" y="53137"/>
                    </a:lnTo>
                    <a:cubicBezTo>
                      <a:pt x="27864" y="17716"/>
                      <a:pt x="43142" y="0"/>
                      <a:pt x="73704" y="0"/>
                    </a:cubicBezTo>
                    <a:cubicBezTo>
                      <a:pt x="79952" y="0"/>
                      <a:pt x="85509" y="781"/>
                      <a:pt x="90373" y="2349"/>
                    </a:cubicBezTo>
                    <a:cubicBezTo>
                      <a:pt x="93148" y="3048"/>
                      <a:pt x="94539" y="4864"/>
                      <a:pt x="94539" y="7817"/>
                    </a:cubicBezTo>
                    <a:lnTo>
                      <a:pt x="94539" y="16935"/>
                    </a:lnTo>
                    <a:cubicBezTo>
                      <a:pt x="94539" y="20060"/>
                      <a:pt x="93243" y="21622"/>
                      <a:pt x="90633" y="21622"/>
                    </a:cubicBezTo>
                    <a:cubicBezTo>
                      <a:pt x="90113" y="21622"/>
                      <a:pt x="89503" y="21539"/>
                      <a:pt x="88811" y="21361"/>
                    </a:cubicBezTo>
                    <a:cubicBezTo>
                      <a:pt x="85337" y="20669"/>
                      <a:pt x="81597" y="20320"/>
                      <a:pt x="77610" y="20320"/>
                    </a:cubicBezTo>
                    <a:cubicBezTo>
                      <a:pt x="67881" y="20320"/>
                      <a:pt x="60896" y="22752"/>
                      <a:pt x="56648" y="27610"/>
                    </a:cubicBezTo>
                    <a:cubicBezTo>
                      <a:pt x="52388" y="32474"/>
                      <a:pt x="50266" y="40805"/>
                      <a:pt x="50266" y="52616"/>
                    </a:cubicBezTo>
                    <a:lnTo>
                      <a:pt x="50266" y="63817"/>
                    </a:lnTo>
                    <a:lnTo>
                      <a:pt x="87769" y="63817"/>
                    </a:lnTo>
                    <a:cubicBezTo>
                      <a:pt x="91059" y="63817"/>
                      <a:pt x="92716" y="65551"/>
                      <a:pt x="92716" y="69018"/>
                    </a:cubicBezTo>
                    <a:lnTo>
                      <a:pt x="92716" y="77883"/>
                    </a:lnTo>
                    <a:cubicBezTo>
                      <a:pt x="92716" y="81350"/>
                      <a:pt x="91059" y="83083"/>
                      <a:pt x="87769" y="83083"/>
                    </a:cubicBezTo>
                    <a:lnTo>
                      <a:pt x="50266" y="83083"/>
                    </a:lnTo>
                    <a:lnTo>
                      <a:pt x="50266" y="179972"/>
                    </a:lnTo>
                    <a:cubicBezTo>
                      <a:pt x="50266" y="183445"/>
                      <a:pt x="48520" y="185179"/>
                      <a:pt x="45053" y="185179"/>
                    </a:cubicBezTo>
                    <a:lnTo>
                      <a:pt x="32817" y="185179"/>
                    </a:lnTo>
                    <a:cubicBezTo>
                      <a:pt x="29514" y="185179"/>
                      <a:pt x="27864" y="183445"/>
                      <a:pt x="27864" y="179972"/>
                    </a:cubicBezTo>
                    <a:lnTo>
                      <a:pt x="27864" y="83083"/>
                    </a:lnTo>
                    <a:lnTo>
                      <a:pt x="4947" y="83083"/>
                    </a:lnTo>
                    <a:cubicBezTo>
                      <a:pt x="1644" y="83083"/>
                      <a:pt x="0" y="81350"/>
                      <a:pt x="0" y="77883"/>
                    </a:cubicBezTo>
                    <a:lnTo>
                      <a:pt x="0" y="69018"/>
                    </a:lnTo>
                    <a:cubicBezTo>
                      <a:pt x="0" y="65551"/>
                      <a:pt x="1644" y="63817"/>
                      <a:pt x="4947" y="6381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C4C35A8C-68F4-1894-A738-1CDF48D5668A}"/>
                  </a:ext>
                </a:extLst>
              </p:cNvPr>
              <p:cNvSpPr/>
              <p:nvPr/>
            </p:nvSpPr>
            <p:spPr>
              <a:xfrm>
                <a:off x="3827620" y="3553841"/>
                <a:ext cx="127368" cy="126581"/>
              </a:xfrm>
              <a:custGeom>
                <a:avLst/>
                <a:gdLst>
                  <a:gd name="connsiteX0" fmla="*/ 18497 w 127368"/>
                  <a:gd name="connsiteY0" fmla="*/ 18231 h 126581"/>
                  <a:gd name="connsiteX1" fmla="*/ 63811 w 127368"/>
                  <a:gd name="connsiteY1" fmla="*/ 0 h 126581"/>
                  <a:gd name="connsiteX2" fmla="*/ 109004 w 127368"/>
                  <a:gd name="connsiteY2" fmla="*/ 18231 h 126581"/>
                  <a:gd name="connsiteX3" fmla="*/ 127368 w 127368"/>
                  <a:gd name="connsiteY3" fmla="*/ 63284 h 126581"/>
                  <a:gd name="connsiteX4" fmla="*/ 109004 w 127368"/>
                  <a:gd name="connsiteY4" fmla="*/ 108350 h 126581"/>
                  <a:gd name="connsiteX5" fmla="*/ 63811 w 127368"/>
                  <a:gd name="connsiteY5" fmla="*/ 126581 h 126581"/>
                  <a:gd name="connsiteX6" fmla="*/ 18364 w 127368"/>
                  <a:gd name="connsiteY6" fmla="*/ 108350 h 126581"/>
                  <a:gd name="connsiteX7" fmla="*/ 0 w 127368"/>
                  <a:gd name="connsiteY7" fmla="*/ 63284 h 126581"/>
                  <a:gd name="connsiteX8" fmla="*/ 18497 w 127368"/>
                  <a:gd name="connsiteY8" fmla="*/ 18231 h 126581"/>
                  <a:gd name="connsiteX9" fmla="*/ 22923 w 127368"/>
                  <a:gd name="connsiteY9" fmla="*/ 63284 h 126581"/>
                  <a:gd name="connsiteX10" fmla="*/ 34385 w 127368"/>
                  <a:gd name="connsiteY10" fmla="*/ 94285 h 126581"/>
                  <a:gd name="connsiteX11" fmla="*/ 63811 w 127368"/>
                  <a:gd name="connsiteY11" fmla="*/ 106528 h 126581"/>
                  <a:gd name="connsiteX12" fmla="*/ 93243 w 127368"/>
                  <a:gd name="connsiteY12" fmla="*/ 94285 h 126581"/>
                  <a:gd name="connsiteX13" fmla="*/ 104451 w 127368"/>
                  <a:gd name="connsiteY13" fmla="*/ 63284 h 126581"/>
                  <a:gd name="connsiteX14" fmla="*/ 93116 w 127368"/>
                  <a:gd name="connsiteY14" fmla="*/ 32557 h 126581"/>
                  <a:gd name="connsiteX15" fmla="*/ 63811 w 127368"/>
                  <a:gd name="connsiteY15" fmla="*/ 20320 h 126581"/>
                  <a:gd name="connsiteX16" fmla="*/ 34252 w 127368"/>
                  <a:gd name="connsiteY16" fmla="*/ 32557 h 126581"/>
                  <a:gd name="connsiteX17" fmla="*/ 22923 w 127368"/>
                  <a:gd name="connsiteY17" fmla="*/ 63284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7368" h="126581">
                    <a:moveTo>
                      <a:pt x="18497" y="18231"/>
                    </a:moveTo>
                    <a:cubicBezTo>
                      <a:pt x="30651" y="6077"/>
                      <a:pt x="45758" y="0"/>
                      <a:pt x="63811" y="0"/>
                    </a:cubicBezTo>
                    <a:cubicBezTo>
                      <a:pt x="81699" y="0"/>
                      <a:pt x="96761" y="6077"/>
                      <a:pt x="109004" y="18231"/>
                    </a:cubicBezTo>
                    <a:cubicBezTo>
                      <a:pt x="121247" y="30385"/>
                      <a:pt x="127368" y="45409"/>
                      <a:pt x="127368" y="63284"/>
                    </a:cubicBezTo>
                    <a:cubicBezTo>
                      <a:pt x="127368" y="81172"/>
                      <a:pt x="121247" y="96196"/>
                      <a:pt x="109004" y="108350"/>
                    </a:cubicBezTo>
                    <a:cubicBezTo>
                      <a:pt x="96761" y="120504"/>
                      <a:pt x="81699" y="126581"/>
                      <a:pt x="63811" y="126581"/>
                    </a:cubicBezTo>
                    <a:cubicBezTo>
                      <a:pt x="45758" y="126581"/>
                      <a:pt x="30613" y="120504"/>
                      <a:pt x="18364" y="108350"/>
                    </a:cubicBezTo>
                    <a:cubicBezTo>
                      <a:pt x="6128" y="96196"/>
                      <a:pt x="0" y="81172"/>
                      <a:pt x="0" y="63284"/>
                    </a:cubicBezTo>
                    <a:cubicBezTo>
                      <a:pt x="0" y="45409"/>
                      <a:pt x="6166" y="30385"/>
                      <a:pt x="18497" y="18231"/>
                    </a:cubicBezTo>
                    <a:close/>
                    <a:moveTo>
                      <a:pt x="22923" y="63284"/>
                    </a:moveTo>
                    <a:cubicBezTo>
                      <a:pt x="22923" y="75794"/>
                      <a:pt x="26746" y="86125"/>
                      <a:pt x="34385" y="94285"/>
                    </a:cubicBezTo>
                    <a:cubicBezTo>
                      <a:pt x="41846" y="102451"/>
                      <a:pt x="51657" y="106528"/>
                      <a:pt x="63811" y="106528"/>
                    </a:cubicBezTo>
                    <a:cubicBezTo>
                      <a:pt x="75965" y="106528"/>
                      <a:pt x="85782" y="102451"/>
                      <a:pt x="93243" y="94285"/>
                    </a:cubicBezTo>
                    <a:cubicBezTo>
                      <a:pt x="100711" y="86125"/>
                      <a:pt x="104451" y="75794"/>
                      <a:pt x="104451" y="63284"/>
                    </a:cubicBezTo>
                    <a:cubicBezTo>
                      <a:pt x="104451" y="50965"/>
                      <a:pt x="100666" y="40723"/>
                      <a:pt x="93116" y="32557"/>
                    </a:cubicBezTo>
                    <a:cubicBezTo>
                      <a:pt x="85566" y="24403"/>
                      <a:pt x="75800" y="20320"/>
                      <a:pt x="63811" y="20320"/>
                    </a:cubicBezTo>
                    <a:cubicBezTo>
                      <a:pt x="51657" y="20320"/>
                      <a:pt x="41808" y="24403"/>
                      <a:pt x="34252" y="32557"/>
                    </a:cubicBezTo>
                    <a:cubicBezTo>
                      <a:pt x="26695" y="40723"/>
                      <a:pt x="22923" y="50965"/>
                      <a:pt x="22923" y="6328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7E9A11CC-8BC5-5361-3F82-4FBD6ABF7579}"/>
                  </a:ext>
                </a:extLst>
              </p:cNvPr>
              <p:cNvSpPr/>
              <p:nvPr/>
            </p:nvSpPr>
            <p:spPr>
              <a:xfrm>
                <a:off x="3988059" y="3554362"/>
                <a:ext cx="73443" cy="123450"/>
              </a:xfrm>
              <a:custGeom>
                <a:avLst/>
                <a:gdLst>
                  <a:gd name="connsiteX0" fmla="*/ 5200 w 73443"/>
                  <a:gd name="connsiteY0" fmla="*/ 2089 h 123450"/>
                  <a:gd name="connsiteX1" fmla="*/ 16929 w 73443"/>
                  <a:gd name="connsiteY1" fmla="*/ 2089 h 123450"/>
                  <a:gd name="connsiteX2" fmla="*/ 22136 w 73443"/>
                  <a:gd name="connsiteY2" fmla="*/ 7290 h 123450"/>
                  <a:gd name="connsiteX3" fmla="*/ 22136 w 73443"/>
                  <a:gd name="connsiteY3" fmla="*/ 26302 h 123450"/>
                  <a:gd name="connsiteX4" fmla="*/ 22396 w 73443"/>
                  <a:gd name="connsiteY4" fmla="*/ 26302 h 123450"/>
                  <a:gd name="connsiteX5" fmla="*/ 61722 w 73443"/>
                  <a:gd name="connsiteY5" fmla="*/ 0 h 123450"/>
                  <a:gd name="connsiteX6" fmla="*/ 69018 w 73443"/>
                  <a:gd name="connsiteY6" fmla="*/ 521 h 123450"/>
                  <a:gd name="connsiteX7" fmla="*/ 73444 w 73443"/>
                  <a:gd name="connsiteY7" fmla="*/ 6515 h 123450"/>
                  <a:gd name="connsiteX8" fmla="*/ 73444 w 73443"/>
                  <a:gd name="connsiteY8" fmla="*/ 16669 h 123450"/>
                  <a:gd name="connsiteX9" fmla="*/ 69278 w 73443"/>
                  <a:gd name="connsiteY9" fmla="*/ 21095 h 123450"/>
                  <a:gd name="connsiteX10" fmla="*/ 67976 w 73443"/>
                  <a:gd name="connsiteY10" fmla="*/ 21095 h 123450"/>
                  <a:gd name="connsiteX11" fmla="*/ 61461 w 73443"/>
                  <a:gd name="connsiteY11" fmla="*/ 20834 h 123450"/>
                  <a:gd name="connsiteX12" fmla="*/ 32690 w 73443"/>
                  <a:gd name="connsiteY12" fmla="*/ 33077 h 123450"/>
                  <a:gd name="connsiteX13" fmla="*/ 22396 w 73443"/>
                  <a:gd name="connsiteY13" fmla="*/ 70586 h 123450"/>
                  <a:gd name="connsiteX14" fmla="*/ 22396 w 73443"/>
                  <a:gd name="connsiteY14" fmla="*/ 118243 h 123450"/>
                  <a:gd name="connsiteX15" fmla="*/ 17189 w 73443"/>
                  <a:gd name="connsiteY15" fmla="*/ 123450 h 123450"/>
                  <a:gd name="connsiteX16" fmla="*/ 5200 w 73443"/>
                  <a:gd name="connsiteY16" fmla="*/ 123450 h 123450"/>
                  <a:gd name="connsiteX17" fmla="*/ 0 w 73443"/>
                  <a:gd name="connsiteY17" fmla="*/ 118243 h 123450"/>
                  <a:gd name="connsiteX18" fmla="*/ 0 w 73443"/>
                  <a:gd name="connsiteY18" fmla="*/ 7290 h 123450"/>
                  <a:gd name="connsiteX19" fmla="*/ 5200 w 73443"/>
                  <a:gd name="connsiteY19" fmla="*/ 2089 h 12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443" h="123450">
                    <a:moveTo>
                      <a:pt x="5200" y="2089"/>
                    </a:moveTo>
                    <a:lnTo>
                      <a:pt x="16929" y="2089"/>
                    </a:lnTo>
                    <a:cubicBezTo>
                      <a:pt x="20396" y="2089"/>
                      <a:pt x="22136" y="3823"/>
                      <a:pt x="22136" y="7290"/>
                    </a:cubicBezTo>
                    <a:lnTo>
                      <a:pt x="22136" y="26302"/>
                    </a:lnTo>
                    <a:lnTo>
                      <a:pt x="22396" y="26302"/>
                    </a:lnTo>
                    <a:cubicBezTo>
                      <a:pt x="29508" y="8769"/>
                      <a:pt x="42621" y="0"/>
                      <a:pt x="61722" y="0"/>
                    </a:cubicBezTo>
                    <a:cubicBezTo>
                      <a:pt x="63455" y="0"/>
                      <a:pt x="65887" y="178"/>
                      <a:pt x="69018" y="521"/>
                    </a:cubicBezTo>
                    <a:cubicBezTo>
                      <a:pt x="71965" y="1219"/>
                      <a:pt x="73444" y="3213"/>
                      <a:pt x="73444" y="6515"/>
                    </a:cubicBezTo>
                    <a:lnTo>
                      <a:pt x="73444" y="16669"/>
                    </a:lnTo>
                    <a:cubicBezTo>
                      <a:pt x="73444" y="19621"/>
                      <a:pt x="72047" y="21095"/>
                      <a:pt x="69278" y="21095"/>
                    </a:cubicBezTo>
                    <a:lnTo>
                      <a:pt x="67976" y="21095"/>
                    </a:lnTo>
                    <a:cubicBezTo>
                      <a:pt x="66758" y="20923"/>
                      <a:pt x="64592" y="20834"/>
                      <a:pt x="61461" y="20834"/>
                    </a:cubicBezTo>
                    <a:cubicBezTo>
                      <a:pt x="49130" y="20834"/>
                      <a:pt x="39541" y="24917"/>
                      <a:pt x="32690" y="33077"/>
                    </a:cubicBezTo>
                    <a:cubicBezTo>
                      <a:pt x="25819" y="41243"/>
                      <a:pt x="22396" y="53740"/>
                      <a:pt x="22396" y="70586"/>
                    </a:cubicBezTo>
                    <a:lnTo>
                      <a:pt x="22396" y="118243"/>
                    </a:lnTo>
                    <a:cubicBezTo>
                      <a:pt x="22396" y="121717"/>
                      <a:pt x="20656" y="123450"/>
                      <a:pt x="17189" y="123450"/>
                    </a:cubicBezTo>
                    <a:lnTo>
                      <a:pt x="5200" y="123450"/>
                    </a:lnTo>
                    <a:cubicBezTo>
                      <a:pt x="1734" y="123450"/>
                      <a:pt x="0" y="121717"/>
                      <a:pt x="0" y="118243"/>
                    </a:cubicBezTo>
                    <a:lnTo>
                      <a:pt x="0" y="7290"/>
                    </a:lnTo>
                    <a:cubicBezTo>
                      <a:pt x="0" y="3823"/>
                      <a:pt x="1734" y="2089"/>
                      <a:pt x="5200" y="2089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F1E1BF2C-A236-7FFF-09CD-D1DC09752EB7}"/>
                  </a:ext>
                </a:extLst>
              </p:cNvPr>
              <p:cNvSpPr/>
              <p:nvPr/>
            </p:nvSpPr>
            <p:spPr>
              <a:xfrm>
                <a:off x="4088332" y="3553841"/>
                <a:ext cx="190646" cy="123971"/>
              </a:xfrm>
              <a:custGeom>
                <a:avLst/>
                <a:gdLst>
                  <a:gd name="connsiteX0" fmla="*/ 0 w 190646"/>
                  <a:gd name="connsiteY0" fmla="*/ 7811 h 123971"/>
                  <a:gd name="connsiteX1" fmla="*/ 5201 w 190646"/>
                  <a:gd name="connsiteY1" fmla="*/ 2610 h 123971"/>
                  <a:gd name="connsiteX2" fmla="*/ 16663 w 190646"/>
                  <a:gd name="connsiteY2" fmla="*/ 2610 h 123971"/>
                  <a:gd name="connsiteX3" fmla="*/ 21876 w 190646"/>
                  <a:gd name="connsiteY3" fmla="*/ 7811 h 123971"/>
                  <a:gd name="connsiteX4" fmla="*/ 21876 w 190646"/>
                  <a:gd name="connsiteY4" fmla="*/ 22917 h 123971"/>
                  <a:gd name="connsiteX5" fmla="*/ 22657 w 190646"/>
                  <a:gd name="connsiteY5" fmla="*/ 22917 h 123971"/>
                  <a:gd name="connsiteX6" fmla="*/ 37630 w 190646"/>
                  <a:gd name="connsiteY6" fmla="*/ 6122 h 123971"/>
                  <a:gd name="connsiteX7" fmla="*/ 61462 w 190646"/>
                  <a:gd name="connsiteY7" fmla="*/ 0 h 123971"/>
                  <a:gd name="connsiteX8" fmla="*/ 85554 w 190646"/>
                  <a:gd name="connsiteY8" fmla="*/ 6642 h 123971"/>
                  <a:gd name="connsiteX9" fmla="*/ 101054 w 190646"/>
                  <a:gd name="connsiteY9" fmla="*/ 25267 h 123971"/>
                  <a:gd name="connsiteX10" fmla="*/ 101835 w 190646"/>
                  <a:gd name="connsiteY10" fmla="*/ 25267 h 123971"/>
                  <a:gd name="connsiteX11" fmla="*/ 118891 w 190646"/>
                  <a:gd name="connsiteY11" fmla="*/ 6642 h 123971"/>
                  <a:gd name="connsiteX12" fmla="*/ 144806 w 190646"/>
                  <a:gd name="connsiteY12" fmla="*/ 0 h 123971"/>
                  <a:gd name="connsiteX13" fmla="*/ 178276 w 190646"/>
                  <a:gd name="connsiteY13" fmla="*/ 13545 h 123971"/>
                  <a:gd name="connsiteX14" fmla="*/ 190646 w 190646"/>
                  <a:gd name="connsiteY14" fmla="*/ 50527 h 123971"/>
                  <a:gd name="connsiteX15" fmla="*/ 190646 w 190646"/>
                  <a:gd name="connsiteY15" fmla="*/ 118764 h 123971"/>
                  <a:gd name="connsiteX16" fmla="*/ 185433 w 190646"/>
                  <a:gd name="connsiteY16" fmla="*/ 123971 h 123971"/>
                  <a:gd name="connsiteX17" fmla="*/ 173196 w 190646"/>
                  <a:gd name="connsiteY17" fmla="*/ 123971 h 123971"/>
                  <a:gd name="connsiteX18" fmla="*/ 168244 w 190646"/>
                  <a:gd name="connsiteY18" fmla="*/ 118764 h 123971"/>
                  <a:gd name="connsiteX19" fmla="*/ 168244 w 190646"/>
                  <a:gd name="connsiteY19" fmla="*/ 56001 h 123971"/>
                  <a:gd name="connsiteX20" fmla="*/ 160827 w 190646"/>
                  <a:gd name="connsiteY20" fmla="*/ 29566 h 123971"/>
                  <a:gd name="connsiteX21" fmla="*/ 139859 w 190646"/>
                  <a:gd name="connsiteY21" fmla="*/ 20581 h 123971"/>
                  <a:gd name="connsiteX22" fmla="*/ 115894 w 190646"/>
                  <a:gd name="connsiteY22" fmla="*/ 30480 h 123971"/>
                  <a:gd name="connsiteX23" fmla="*/ 106521 w 190646"/>
                  <a:gd name="connsiteY23" fmla="*/ 57042 h 123971"/>
                  <a:gd name="connsiteX24" fmla="*/ 106521 w 190646"/>
                  <a:gd name="connsiteY24" fmla="*/ 118764 h 123971"/>
                  <a:gd name="connsiteX25" fmla="*/ 101314 w 190646"/>
                  <a:gd name="connsiteY25" fmla="*/ 123971 h 123971"/>
                  <a:gd name="connsiteX26" fmla="*/ 89326 w 190646"/>
                  <a:gd name="connsiteY26" fmla="*/ 123971 h 123971"/>
                  <a:gd name="connsiteX27" fmla="*/ 84119 w 190646"/>
                  <a:gd name="connsiteY27" fmla="*/ 118764 h 123971"/>
                  <a:gd name="connsiteX28" fmla="*/ 84119 w 190646"/>
                  <a:gd name="connsiteY28" fmla="*/ 56001 h 123971"/>
                  <a:gd name="connsiteX29" fmla="*/ 76569 w 190646"/>
                  <a:gd name="connsiteY29" fmla="*/ 29566 h 123971"/>
                  <a:gd name="connsiteX30" fmla="*/ 55734 w 190646"/>
                  <a:gd name="connsiteY30" fmla="*/ 20581 h 123971"/>
                  <a:gd name="connsiteX31" fmla="*/ 31776 w 190646"/>
                  <a:gd name="connsiteY31" fmla="*/ 30601 h 123971"/>
                  <a:gd name="connsiteX32" fmla="*/ 22397 w 190646"/>
                  <a:gd name="connsiteY32" fmla="*/ 57042 h 123971"/>
                  <a:gd name="connsiteX33" fmla="*/ 22397 w 190646"/>
                  <a:gd name="connsiteY33" fmla="*/ 118764 h 123971"/>
                  <a:gd name="connsiteX34" fmla="*/ 17183 w 190646"/>
                  <a:gd name="connsiteY34" fmla="*/ 123971 h 123971"/>
                  <a:gd name="connsiteX35" fmla="*/ 5201 w 190646"/>
                  <a:gd name="connsiteY35" fmla="*/ 123971 h 123971"/>
                  <a:gd name="connsiteX36" fmla="*/ 0 w 190646"/>
                  <a:gd name="connsiteY36" fmla="*/ 118764 h 123971"/>
                  <a:gd name="connsiteX37" fmla="*/ 0 w 190646"/>
                  <a:gd name="connsiteY37" fmla="*/ 7811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90646" h="123971">
                    <a:moveTo>
                      <a:pt x="0" y="7811"/>
                    </a:moveTo>
                    <a:cubicBezTo>
                      <a:pt x="0" y="4344"/>
                      <a:pt x="1734" y="2610"/>
                      <a:pt x="5201" y="2610"/>
                    </a:cubicBezTo>
                    <a:lnTo>
                      <a:pt x="16663" y="2610"/>
                    </a:lnTo>
                    <a:cubicBezTo>
                      <a:pt x="20136" y="2610"/>
                      <a:pt x="21876" y="4344"/>
                      <a:pt x="21876" y="7811"/>
                    </a:cubicBezTo>
                    <a:lnTo>
                      <a:pt x="21876" y="22917"/>
                    </a:lnTo>
                    <a:lnTo>
                      <a:pt x="22657" y="22917"/>
                    </a:lnTo>
                    <a:cubicBezTo>
                      <a:pt x="25781" y="15805"/>
                      <a:pt x="30766" y="10205"/>
                      <a:pt x="37630" y="6122"/>
                    </a:cubicBezTo>
                    <a:cubicBezTo>
                      <a:pt x="44488" y="2039"/>
                      <a:pt x="52432" y="0"/>
                      <a:pt x="61462" y="0"/>
                    </a:cubicBezTo>
                    <a:cubicBezTo>
                      <a:pt x="70663" y="0"/>
                      <a:pt x="78696" y="2216"/>
                      <a:pt x="85554" y="6642"/>
                    </a:cubicBezTo>
                    <a:cubicBezTo>
                      <a:pt x="92412" y="11075"/>
                      <a:pt x="97574" y="17278"/>
                      <a:pt x="101054" y="25267"/>
                    </a:cubicBezTo>
                    <a:lnTo>
                      <a:pt x="101835" y="25267"/>
                    </a:lnTo>
                    <a:cubicBezTo>
                      <a:pt x="105651" y="17278"/>
                      <a:pt x="111335" y="11075"/>
                      <a:pt x="118891" y="6642"/>
                    </a:cubicBezTo>
                    <a:cubicBezTo>
                      <a:pt x="126442" y="2216"/>
                      <a:pt x="135084" y="0"/>
                      <a:pt x="144806" y="0"/>
                    </a:cubicBezTo>
                    <a:cubicBezTo>
                      <a:pt x="158871" y="0"/>
                      <a:pt x="170028" y="4521"/>
                      <a:pt x="178276" y="13545"/>
                    </a:cubicBezTo>
                    <a:cubicBezTo>
                      <a:pt x="186519" y="22575"/>
                      <a:pt x="190646" y="34906"/>
                      <a:pt x="190646" y="50527"/>
                    </a:cubicBezTo>
                    <a:lnTo>
                      <a:pt x="190646" y="118764"/>
                    </a:lnTo>
                    <a:cubicBezTo>
                      <a:pt x="190646" y="122238"/>
                      <a:pt x="188913" y="123971"/>
                      <a:pt x="185433" y="123971"/>
                    </a:cubicBezTo>
                    <a:lnTo>
                      <a:pt x="173196" y="123971"/>
                    </a:lnTo>
                    <a:cubicBezTo>
                      <a:pt x="169894" y="123971"/>
                      <a:pt x="168244" y="122238"/>
                      <a:pt x="168244" y="118764"/>
                    </a:cubicBezTo>
                    <a:lnTo>
                      <a:pt x="168244" y="56001"/>
                    </a:lnTo>
                    <a:cubicBezTo>
                      <a:pt x="168244" y="44367"/>
                      <a:pt x="165773" y="35547"/>
                      <a:pt x="160827" y="29566"/>
                    </a:cubicBezTo>
                    <a:cubicBezTo>
                      <a:pt x="155880" y="23571"/>
                      <a:pt x="148889" y="20581"/>
                      <a:pt x="139859" y="20581"/>
                    </a:cubicBezTo>
                    <a:cubicBezTo>
                      <a:pt x="130137" y="20581"/>
                      <a:pt x="122149" y="23876"/>
                      <a:pt x="115894" y="30480"/>
                    </a:cubicBezTo>
                    <a:cubicBezTo>
                      <a:pt x="109646" y="37078"/>
                      <a:pt x="106521" y="45930"/>
                      <a:pt x="106521" y="57042"/>
                    </a:cubicBezTo>
                    <a:lnTo>
                      <a:pt x="106521" y="118764"/>
                    </a:lnTo>
                    <a:cubicBezTo>
                      <a:pt x="106521" y="122238"/>
                      <a:pt x="104782" y="123971"/>
                      <a:pt x="101314" y="123971"/>
                    </a:cubicBezTo>
                    <a:lnTo>
                      <a:pt x="89326" y="123971"/>
                    </a:lnTo>
                    <a:cubicBezTo>
                      <a:pt x="85852" y="123971"/>
                      <a:pt x="84119" y="122238"/>
                      <a:pt x="84119" y="118764"/>
                    </a:cubicBezTo>
                    <a:lnTo>
                      <a:pt x="84119" y="56001"/>
                    </a:lnTo>
                    <a:cubicBezTo>
                      <a:pt x="84119" y="44367"/>
                      <a:pt x="81604" y="35547"/>
                      <a:pt x="76569" y="29566"/>
                    </a:cubicBezTo>
                    <a:cubicBezTo>
                      <a:pt x="71527" y="23571"/>
                      <a:pt x="64593" y="20581"/>
                      <a:pt x="55734" y="20581"/>
                    </a:cubicBezTo>
                    <a:cubicBezTo>
                      <a:pt x="46006" y="20581"/>
                      <a:pt x="38017" y="23927"/>
                      <a:pt x="31776" y="30601"/>
                    </a:cubicBezTo>
                    <a:cubicBezTo>
                      <a:pt x="25521" y="37294"/>
                      <a:pt x="22397" y="46101"/>
                      <a:pt x="22397" y="57042"/>
                    </a:cubicBezTo>
                    <a:lnTo>
                      <a:pt x="22397" y="118764"/>
                    </a:lnTo>
                    <a:cubicBezTo>
                      <a:pt x="22397" y="122238"/>
                      <a:pt x="20657" y="123971"/>
                      <a:pt x="17183" y="123971"/>
                    </a:cubicBezTo>
                    <a:lnTo>
                      <a:pt x="5201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lnTo>
                      <a:pt x="0" y="7811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0F9DBB1-B602-7E76-B4B8-8BB8A0DC9785}"/>
                  </a:ext>
                </a:extLst>
              </p:cNvPr>
              <p:cNvSpPr/>
              <p:nvPr/>
            </p:nvSpPr>
            <p:spPr>
              <a:xfrm>
                <a:off x="4309966" y="3553841"/>
                <a:ext cx="123450" cy="126581"/>
              </a:xfrm>
              <a:custGeom>
                <a:avLst/>
                <a:gdLst>
                  <a:gd name="connsiteX0" fmla="*/ 0 w 123450"/>
                  <a:gd name="connsiteY0" fmla="*/ 63284 h 126581"/>
                  <a:gd name="connsiteX1" fmla="*/ 17316 w 123450"/>
                  <a:gd name="connsiteY1" fmla="*/ 17710 h 126581"/>
                  <a:gd name="connsiteX2" fmla="*/ 62516 w 123450"/>
                  <a:gd name="connsiteY2" fmla="*/ 0 h 126581"/>
                  <a:gd name="connsiteX3" fmla="*/ 106655 w 123450"/>
                  <a:gd name="connsiteY3" fmla="*/ 17190 h 126581"/>
                  <a:gd name="connsiteX4" fmla="*/ 123451 w 123450"/>
                  <a:gd name="connsiteY4" fmla="*/ 62510 h 126581"/>
                  <a:gd name="connsiteX5" fmla="*/ 123451 w 123450"/>
                  <a:gd name="connsiteY5" fmla="*/ 64853 h 126581"/>
                  <a:gd name="connsiteX6" fmla="*/ 117469 w 123450"/>
                  <a:gd name="connsiteY6" fmla="*/ 70847 h 126581"/>
                  <a:gd name="connsiteX7" fmla="*/ 22397 w 123450"/>
                  <a:gd name="connsiteY7" fmla="*/ 70847 h 126581"/>
                  <a:gd name="connsiteX8" fmla="*/ 35039 w 123450"/>
                  <a:gd name="connsiteY8" fmla="*/ 98190 h 126581"/>
                  <a:gd name="connsiteX9" fmla="*/ 63551 w 123450"/>
                  <a:gd name="connsiteY9" fmla="*/ 107569 h 126581"/>
                  <a:gd name="connsiteX10" fmla="*/ 85039 w 123450"/>
                  <a:gd name="connsiteY10" fmla="*/ 103143 h 126581"/>
                  <a:gd name="connsiteX11" fmla="*/ 97930 w 123450"/>
                  <a:gd name="connsiteY11" fmla="*/ 91415 h 126581"/>
                  <a:gd name="connsiteX12" fmla="*/ 103924 w 123450"/>
                  <a:gd name="connsiteY12" fmla="*/ 87249 h 126581"/>
                  <a:gd name="connsiteX13" fmla="*/ 115119 w 123450"/>
                  <a:gd name="connsiteY13" fmla="*/ 87249 h 126581"/>
                  <a:gd name="connsiteX14" fmla="*/ 119158 w 123450"/>
                  <a:gd name="connsiteY14" fmla="*/ 88297 h 126581"/>
                  <a:gd name="connsiteX15" fmla="*/ 120333 w 123450"/>
                  <a:gd name="connsiteY15" fmla="*/ 90894 h 126581"/>
                  <a:gd name="connsiteX16" fmla="*/ 120333 w 123450"/>
                  <a:gd name="connsiteY16" fmla="*/ 91415 h 126581"/>
                  <a:gd name="connsiteX17" fmla="*/ 100019 w 123450"/>
                  <a:gd name="connsiteY17" fmla="*/ 116815 h 126581"/>
                  <a:gd name="connsiteX18" fmla="*/ 63297 w 123450"/>
                  <a:gd name="connsiteY18" fmla="*/ 126581 h 126581"/>
                  <a:gd name="connsiteX19" fmla="*/ 17316 w 123450"/>
                  <a:gd name="connsiteY19" fmla="*/ 109125 h 126581"/>
                  <a:gd name="connsiteX20" fmla="*/ 0 w 123450"/>
                  <a:gd name="connsiteY20" fmla="*/ 63284 h 126581"/>
                  <a:gd name="connsiteX21" fmla="*/ 22923 w 123450"/>
                  <a:gd name="connsiteY21" fmla="*/ 53397 h 126581"/>
                  <a:gd name="connsiteX22" fmla="*/ 100533 w 123450"/>
                  <a:gd name="connsiteY22" fmla="*/ 53397 h 126581"/>
                  <a:gd name="connsiteX23" fmla="*/ 88297 w 123450"/>
                  <a:gd name="connsiteY23" fmla="*/ 27610 h 126581"/>
                  <a:gd name="connsiteX24" fmla="*/ 62256 w 123450"/>
                  <a:gd name="connsiteY24" fmla="*/ 18752 h 126581"/>
                  <a:gd name="connsiteX25" fmla="*/ 35427 w 123450"/>
                  <a:gd name="connsiteY25" fmla="*/ 27610 h 126581"/>
                  <a:gd name="connsiteX26" fmla="*/ 22923 w 123450"/>
                  <a:gd name="connsiteY26" fmla="*/ 53397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23450" h="126581">
                    <a:moveTo>
                      <a:pt x="0" y="63284"/>
                    </a:moveTo>
                    <a:cubicBezTo>
                      <a:pt x="0" y="44710"/>
                      <a:pt x="5772" y="29515"/>
                      <a:pt x="17316" y="17710"/>
                    </a:cubicBezTo>
                    <a:cubicBezTo>
                      <a:pt x="28867" y="5906"/>
                      <a:pt x="43929" y="0"/>
                      <a:pt x="62516" y="0"/>
                    </a:cubicBezTo>
                    <a:cubicBezTo>
                      <a:pt x="80747" y="0"/>
                      <a:pt x="95460" y="5734"/>
                      <a:pt x="106655" y="17190"/>
                    </a:cubicBezTo>
                    <a:cubicBezTo>
                      <a:pt x="117863" y="28651"/>
                      <a:pt x="123451" y="43758"/>
                      <a:pt x="123451" y="62510"/>
                    </a:cubicBezTo>
                    <a:lnTo>
                      <a:pt x="123451" y="64853"/>
                    </a:lnTo>
                    <a:cubicBezTo>
                      <a:pt x="123451" y="68853"/>
                      <a:pt x="121457" y="70847"/>
                      <a:pt x="117469" y="70847"/>
                    </a:cubicBezTo>
                    <a:lnTo>
                      <a:pt x="22397" y="70847"/>
                    </a:lnTo>
                    <a:cubicBezTo>
                      <a:pt x="23609" y="82823"/>
                      <a:pt x="27826" y="91935"/>
                      <a:pt x="35039" y="98190"/>
                    </a:cubicBezTo>
                    <a:cubicBezTo>
                      <a:pt x="42234" y="104439"/>
                      <a:pt x="51740" y="107569"/>
                      <a:pt x="63551" y="107569"/>
                    </a:cubicBezTo>
                    <a:cubicBezTo>
                      <a:pt x="71889" y="107569"/>
                      <a:pt x="79051" y="106096"/>
                      <a:pt x="85039" y="103143"/>
                    </a:cubicBezTo>
                    <a:cubicBezTo>
                      <a:pt x="91034" y="100184"/>
                      <a:pt x="95333" y="96279"/>
                      <a:pt x="97930" y="91415"/>
                    </a:cubicBezTo>
                    <a:cubicBezTo>
                      <a:pt x="99143" y="88646"/>
                      <a:pt x="101143" y="87249"/>
                      <a:pt x="103924" y="87249"/>
                    </a:cubicBezTo>
                    <a:lnTo>
                      <a:pt x="115119" y="87249"/>
                    </a:lnTo>
                    <a:cubicBezTo>
                      <a:pt x="117030" y="87249"/>
                      <a:pt x="118383" y="87605"/>
                      <a:pt x="119158" y="88297"/>
                    </a:cubicBezTo>
                    <a:cubicBezTo>
                      <a:pt x="119939" y="88989"/>
                      <a:pt x="120333" y="89859"/>
                      <a:pt x="120333" y="90894"/>
                    </a:cubicBezTo>
                    <a:lnTo>
                      <a:pt x="120333" y="91415"/>
                    </a:lnTo>
                    <a:cubicBezTo>
                      <a:pt x="116853" y="101835"/>
                      <a:pt x="110084" y="110300"/>
                      <a:pt x="100019" y="116815"/>
                    </a:cubicBezTo>
                    <a:cubicBezTo>
                      <a:pt x="89948" y="123324"/>
                      <a:pt x="77705" y="126581"/>
                      <a:pt x="63297" y="126581"/>
                    </a:cubicBezTo>
                    <a:cubicBezTo>
                      <a:pt x="44190" y="126581"/>
                      <a:pt x="28867" y="120764"/>
                      <a:pt x="17316" y="109125"/>
                    </a:cubicBezTo>
                    <a:cubicBezTo>
                      <a:pt x="5772" y="97505"/>
                      <a:pt x="0" y="82214"/>
                      <a:pt x="0" y="63284"/>
                    </a:cubicBezTo>
                    <a:close/>
                    <a:moveTo>
                      <a:pt x="22923" y="53397"/>
                    </a:moveTo>
                    <a:lnTo>
                      <a:pt x="100533" y="53397"/>
                    </a:lnTo>
                    <a:cubicBezTo>
                      <a:pt x="98978" y="42107"/>
                      <a:pt x="94895" y="33515"/>
                      <a:pt x="88297" y="27610"/>
                    </a:cubicBezTo>
                    <a:cubicBezTo>
                      <a:pt x="81699" y="21704"/>
                      <a:pt x="73019" y="18752"/>
                      <a:pt x="62256" y="18752"/>
                    </a:cubicBezTo>
                    <a:cubicBezTo>
                      <a:pt x="51137" y="18752"/>
                      <a:pt x="42196" y="21704"/>
                      <a:pt x="35427" y="27610"/>
                    </a:cubicBezTo>
                    <a:cubicBezTo>
                      <a:pt x="28651" y="33515"/>
                      <a:pt x="24486" y="42107"/>
                      <a:pt x="22923" y="5339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E7570D0E-37D7-714A-330F-8693C56A5700}"/>
                  </a:ext>
                </a:extLst>
              </p:cNvPr>
              <p:cNvSpPr/>
              <p:nvPr/>
            </p:nvSpPr>
            <p:spPr>
              <a:xfrm>
                <a:off x="4458690" y="3495504"/>
                <a:ext cx="126320" cy="184918"/>
              </a:xfrm>
              <a:custGeom>
                <a:avLst/>
                <a:gdLst>
                  <a:gd name="connsiteX0" fmla="*/ 17704 w 126320"/>
                  <a:gd name="connsiteY0" fmla="*/ 76568 h 184918"/>
                  <a:gd name="connsiteX1" fmla="*/ 60420 w 126320"/>
                  <a:gd name="connsiteY1" fmla="*/ 58337 h 184918"/>
                  <a:gd name="connsiteX2" fmla="*/ 86080 w 126320"/>
                  <a:gd name="connsiteY2" fmla="*/ 64332 h 184918"/>
                  <a:gd name="connsiteX3" fmla="*/ 103137 w 126320"/>
                  <a:gd name="connsiteY3" fmla="*/ 80473 h 184918"/>
                  <a:gd name="connsiteX4" fmla="*/ 103924 w 126320"/>
                  <a:gd name="connsiteY4" fmla="*/ 80473 h 184918"/>
                  <a:gd name="connsiteX5" fmla="*/ 103924 w 126320"/>
                  <a:gd name="connsiteY5" fmla="*/ 5207 h 184918"/>
                  <a:gd name="connsiteX6" fmla="*/ 109131 w 126320"/>
                  <a:gd name="connsiteY6" fmla="*/ 0 h 184918"/>
                  <a:gd name="connsiteX7" fmla="*/ 121367 w 126320"/>
                  <a:gd name="connsiteY7" fmla="*/ 0 h 184918"/>
                  <a:gd name="connsiteX8" fmla="*/ 126321 w 126320"/>
                  <a:gd name="connsiteY8" fmla="*/ 5207 h 184918"/>
                  <a:gd name="connsiteX9" fmla="*/ 126321 w 126320"/>
                  <a:gd name="connsiteY9" fmla="*/ 177101 h 184918"/>
                  <a:gd name="connsiteX10" fmla="*/ 121367 w 126320"/>
                  <a:gd name="connsiteY10" fmla="*/ 182308 h 184918"/>
                  <a:gd name="connsiteX11" fmla="*/ 109391 w 126320"/>
                  <a:gd name="connsiteY11" fmla="*/ 182308 h 184918"/>
                  <a:gd name="connsiteX12" fmla="*/ 104184 w 126320"/>
                  <a:gd name="connsiteY12" fmla="*/ 177101 h 184918"/>
                  <a:gd name="connsiteX13" fmla="*/ 104184 w 126320"/>
                  <a:gd name="connsiteY13" fmla="*/ 162776 h 184918"/>
                  <a:gd name="connsiteX14" fmla="*/ 103657 w 126320"/>
                  <a:gd name="connsiteY14" fmla="*/ 162776 h 184918"/>
                  <a:gd name="connsiteX15" fmla="*/ 86728 w 126320"/>
                  <a:gd name="connsiteY15" fmla="*/ 179057 h 184918"/>
                  <a:gd name="connsiteX16" fmla="*/ 60680 w 126320"/>
                  <a:gd name="connsiteY16" fmla="*/ 184918 h 184918"/>
                  <a:gd name="connsiteX17" fmla="*/ 17577 w 126320"/>
                  <a:gd name="connsiteY17" fmla="*/ 166688 h 184918"/>
                  <a:gd name="connsiteX18" fmla="*/ 0 w 126320"/>
                  <a:gd name="connsiteY18" fmla="*/ 121621 h 184918"/>
                  <a:gd name="connsiteX19" fmla="*/ 17704 w 126320"/>
                  <a:gd name="connsiteY19" fmla="*/ 76568 h 184918"/>
                  <a:gd name="connsiteX20" fmla="*/ 22917 w 126320"/>
                  <a:gd name="connsiteY20" fmla="*/ 121621 h 184918"/>
                  <a:gd name="connsiteX21" fmla="*/ 34379 w 126320"/>
                  <a:gd name="connsiteY21" fmla="*/ 152622 h 184918"/>
                  <a:gd name="connsiteX22" fmla="*/ 63805 w 126320"/>
                  <a:gd name="connsiteY22" fmla="*/ 164865 h 184918"/>
                  <a:gd name="connsiteX23" fmla="*/ 93244 w 126320"/>
                  <a:gd name="connsiteY23" fmla="*/ 152622 h 184918"/>
                  <a:gd name="connsiteX24" fmla="*/ 104445 w 126320"/>
                  <a:gd name="connsiteY24" fmla="*/ 121621 h 184918"/>
                  <a:gd name="connsiteX25" fmla="*/ 93110 w 126320"/>
                  <a:gd name="connsiteY25" fmla="*/ 90894 h 184918"/>
                  <a:gd name="connsiteX26" fmla="*/ 63805 w 126320"/>
                  <a:gd name="connsiteY26" fmla="*/ 78657 h 184918"/>
                  <a:gd name="connsiteX27" fmla="*/ 34252 w 126320"/>
                  <a:gd name="connsiteY27" fmla="*/ 90894 h 184918"/>
                  <a:gd name="connsiteX28" fmla="*/ 22917 w 126320"/>
                  <a:gd name="connsiteY28" fmla="*/ 121621 h 18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26320" h="184918">
                    <a:moveTo>
                      <a:pt x="17704" y="76568"/>
                    </a:moveTo>
                    <a:cubicBezTo>
                      <a:pt x="29337" y="64414"/>
                      <a:pt x="43580" y="58337"/>
                      <a:pt x="60420" y="58337"/>
                    </a:cubicBezTo>
                    <a:cubicBezTo>
                      <a:pt x="69621" y="58337"/>
                      <a:pt x="78181" y="60337"/>
                      <a:pt x="86080" y="64332"/>
                    </a:cubicBezTo>
                    <a:cubicBezTo>
                      <a:pt x="93980" y="68326"/>
                      <a:pt x="99663" y="73704"/>
                      <a:pt x="103137" y="80473"/>
                    </a:cubicBezTo>
                    <a:lnTo>
                      <a:pt x="103924" y="80473"/>
                    </a:lnTo>
                    <a:lnTo>
                      <a:pt x="103924" y="5207"/>
                    </a:lnTo>
                    <a:cubicBezTo>
                      <a:pt x="103924" y="1733"/>
                      <a:pt x="105658" y="0"/>
                      <a:pt x="109131" y="0"/>
                    </a:cubicBezTo>
                    <a:lnTo>
                      <a:pt x="121367" y="0"/>
                    </a:lnTo>
                    <a:cubicBezTo>
                      <a:pt x="124670" y="0"/>
                      <a:pt x="126321" y="1733"/>
                      <a:pt x="126321" y="5207"/>
                    </a:cubicBezTo>
                    <a:lnTo>
                      <a:pt x="126321" y="177101"/>
                    </a:lnTo>
                    <a:cubicBezTo>
                      <a:pt x="126321" y="180575"/>
                      <a:pt x="124670" y="182308"/>
                      <a:pt x="121367" y="182308"/>
                    </a:cubicBezTo>
                    <a:lnTo>
                      <a:pt x="109391" y="182308"/>
                    </a:lnTo>
                    <a:cubicBezTo>
                      <a:pt x="105918" y="182308"/>
                      <a:pt x="104184" y="180575"/>
                      <a:pt x="104184" y="177101"/>
                    </a:cubicBezTo>
                    <a:lnTo>
                      <a:pt x="104184" y="162776"/>
                    </a:lnTo>
                    <a:lnTo>
                      <a:pt x="103657" y="162776"/>
                    </a:lnTo>
                    <a:cubicBezTo>
                      <a:pt x="100184" y="169729"/>
                      <a:pt x="94545" y="175152"/>
                      <a:pt x="86728" y="179057"/>
                    </a:cubicBezTo>
                    <a:cubicBezTo>
                      <a:pt x="78911" y="182963"/>
                      <a:pt x="70231" y="184918"/>
                      <a:pt x="60680" y="184918"/>
                    </a:cubicBezTo>
                    <a:cubicBezTo>
                      <a:pt x="43662" y="184918"/>
                      <a:pt x="29299" y="178841"/>
                      <a:pt x="17577" y="166688"/>
                    </a:cubicBezTo>
                    <a:cubicBezTo>
                      <a:pt x="5861" y="154534"/>
                      <a:pt x="0" y="139509"/>
                      <a:pt x="0" y="121621"/>
                    </a:cubicBezTo>
                    <a:cubicBezTo>
                      <a:pt x="0" y="103918"/>
                      <a:pt x="5899" y="88900"/>
                      <a:pt x="17704" y="76568"/>
                    </a:cubicBezTo>
                    <a:close/>
                    <a:moveTo>
                      <a:pt x="22917" y="121621"/>
                    </a:moveTo>
                    <a:cubicBezTo>
                      <a:pt x="22917" y="134131"/>
                      <a:pt x="26740" y="144463"/>
                      <a:pt x="34379" y="152622"/>
                    </a:cubicBezTo>
                    <a:cubicBezTo>
                      <a:pt x="41840" y="160788"/>
                      <a:pt x="51651" y="164865"/>
                      <a:pt x="63805" y="164865"/>
                    </a:cubicBezTo>
                    <a:cubicBezTo>
                      <a:pt x="75959" y="164865"/>
                      <a:pt x="85776" y="160788"/>
                      <a:pt x="93244" y="152622"/>
                    </a:cubicBezTo>
                    <a:cubicBezTo>
                      <a:pt x="100705" y="144463"/>
                      <a:pt x="104445" y="134131"/>
                      <a:pt x="104445" y="121621"/>
                    </a:cubicBezTo>
                    <a:cubicBezTo>
                      <a:pt x="104445" y="109302"/>
                      <a:pt x="100660" y="99060"/>
                      <a:pt x="93110" y="90894"/>
                    </a:cubicBezTo>
                    <a:cubicBezTo>
                      <a:pt x="85560" y="82740"/>
                      <a:pt x="75793" y="78657"/>
                      <a:pt x="63805" y="78657"/>
                    </a:cubicBezTo>
                    <a:cubicBezTo>
                      <a:pt x="51651" y="78657"/>
                      <a:pt x="41802" y="82740"/>
                      <a:pt x="34252" y="90894"/>
                    </a:cubicBezTo>
                    <a:cubicBezTo>
                      <a:pt x="26689" y="99060"/>
                      <a:pt x="22917" y="109302"/>
                      <a:pt x="22917" y="121621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41BFE12-1406-7335-1EE8-C69FAC33F114}"/>
                </a:ext>
              </a:extLst>
            </p:cNvPr>
            <p:cNvSpPr/>
            <p:nvPr/>
          </p:nvSpPr>
          <p:spPr>
            <a:xfrm>
              <a:off x="3925879" y="2760731"/>
              <a:ext cx="156936" cy="156936"/>
            </a:xfrm>
            <a:custGeom>
              <a:avLst/>
              <a:gdLst>
                <a:gd name="connsiteX0" fmla="*/ 156936 w 156936"/>
                <a:gd name="connsiteY0" fmla="*/ 78468 h 156936"/>
                <a:gd name="connsiteX1" fmla="*/ 78468 w 156936"/>
                <a:gd name="connsiteY1" fmla="*/ 156937 h 156936"/>
                <a:gd name="connsiteX2" fmla="*/ 0 w 156936"/>
                <a:gd name="connsiteY2" fmla="*/ 78468 h 156936"/>
                <a:gd name="connsiteX3" fmla="*/ 78468 w 156936"/>
                <a:gd name="connsiteY3" fmla="*/ 0 h 156936"/>
                <a:gd name="connsiteX4" fmla="*/ 156936 w 156936"/>
                <a:gd name="connsiteY4" fmla="*/ 78468 h 15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936" h="156936">
                  <a:moveTo>
                    <a:pt x="156936" y="78468"/>
                  </a:moveTo>
                  <a:cubicBezTo>
                    <a:pt x="156936" y="121805"/>
                    <a:pt x="121805" y="156937"/>
                    <a:pt x="78468" y="156937"/>
                  </a:cubicBezTo>
                  <a:cubicBezTo>
                    <a:pt x="35131" y="156937"/>
                    <a:pt x="0" y="121805"/>
                    <a:pt x="0" y="78468"/>
                  </a:cubicBezTo>
                  <a:cubicBezTo>
                    <a:pt x="0" y="35131"/>
                    <a:pt x="35132" y="0"/>
                    <a:pt x="78468" y="0"/>
                  </a:cubicBezTo>
                  <a:cubicBezTo>
                    <a:pt x="121805" y="0"/>
                    <a:pt x="156936" y="35131"/>
                    <a:pt x="156936" y="78468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B86C4C3-A169-C79C-CCB6-41B885913628}"/>
                </a:ext>
              </a:extLst>
            </p:cNvPr>
            <p:cNvSpPr/>
            <p:nvPr/>
          </p:nvSpPr>
          <p:spPr>
            <a:xfrm>
              <a:off x="2962274" y="2962777"/>
              <a:ext cx="462337" cy="455060"/>
            </a:xfrm>
            <a:custGeom>
              <a:avLst/>
              <a:gdLst>
                <a:gd name="connsiteX0" fmla="*/ 445948 w 462337"/>
                <a:gd name="connsiteY0" fmla="*/ 10922 h 455060"/>
                <a:gd name="connsiteX1" fmla="*/ 365874 w 462337"/>
                <a:gd name="connsiteY1" fmla="*/ 10922 h 455060"/>
                <a:gd name="connsiteX2" fmla="*/ 349485 w 462337"/>
                <a:gd name="connsiteY2" fmla="*/ 27305 h 455060"/>
                <a:gd name="connsiteX3" fmla="*/ 349485 w 462337"/>
                <a:gd name="connsiteY3" fmla="*/ 35490 h 455060"/>
                <a:gd name="connsiteX4" fmla="*/ 227527 w 462337"/>
                <a:gd name="connsiteY4" fmla="*/ 0 h 455060"/>
                <a:gd name="connsiteX5" fmla="*/ 0 w 462337"/>
                <a:gd name="connsiteY5" fmla="*/ 227527 h 455060"/>
                <a:gd name="connsiteX6" fmla="*/ 227527 w 462337"/>
                <a:gd name="connsiteY6" fmla="*/ 455060 h 455060"/>
                <a:gd name="connsiteX7" fmla="*/ 349485 w 462337"/>
                <a:gd name="connsiteY7" fmla="*/ 419570 h 455060"/>
                <a:gd name="connsiteX8" fmla="*/ 349485 w 462337"/>
                <a:gd name="connsiteY8" fmla="*/ 427755 h 455060"/>
                <a:gd name="connsiteX9" fmla="*/ 365874 w 462337"/>
                <a:gd name="connsiteY9" fmla="*/ 444138 h 455060"/>
                <a:gd name="connsiteX10" fmla="*/ 445948 w 462337"/>
                <a:gd name="connsiteY10" fmla="*/ 444138 h 455060"/>
                <a:gd name="connsiteX11" fmla="*/ 462337 w 462337"/>
                <a:gd name="connsiteY11" fmla="*/ 427755 h 455060"/>
                <a:gd name="connsiteX12" fmla="*/ 462337 w 462337"/>
                <a:gd name="connsiteY12" fmla="*/ 27305 h 455060"/>
                <a:gd name="connsiteX13" fmla="*/ 445948 w 462337"/>
                <a:gd name="connsiteY13" fmla="*/ 10922 h 455060"/>
                <a:gd name="connsiteX14" fmla="*/ 227527 w 462337"/>
                <a:gd name="connsiteY14" fmla="*/ 352431 h 455060"/>
                <a:gd name="connsiteX15" fmla="*/ 102622 w 462337"/>
                <a:gd name="connsiteY15" fmla="*/ 227527 h 455060"/>
                <a:gd name="connsiteX16" fmla="*/ 227527 w 462337"/>
                <a:gd name="connsiteY16" fmla="*/ 102629 h 455060"/>
                <a:gd name="connsiteX17" fmla="*/ 349485 w 462337"/>
                <a:gd name="connsiteY17" fmla="*/ 200781 h 455060"/>
                <a:gd name="connsiteX18" fmla="*/ 352425 w 462337"/>
                <a:gd name="connsiteY18" fmla="*/ 227527 h 455060"/>
                <a:gd name="connsiteX19" fmla="*/ 349485 w 462337"/>
                <a:gd name="connsiteY19" fmla="*/ 254279 h 455060"/>
                <a:gd name="connsiteX20" fmla="*/ 227527 w 462337"/>
                <a:gd name="connsiteY20" fmla="*/ 352431 h 45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37" h="455060">
                  <a:moveTo>
                    <a:pt x="445948" y="10922"/>
                  </a:moveTo>
                  <a:lnTo>
                    <a:pt x="365874" y="10922"/>
                  </a:lnTo>
                  <a:cubicBezTo>
                    <a:pt x="354946" y="10922"/>
                    <a:pt x="349485" y="16383"/>
                    <a:pt x="349485" y="27305"/>
                  </a:cubicBezTo>
                  <a:lnTo>
                    <a:pt x="349485" y="35490"/>
                  </a:lnTo>
                  <a:cubicBezTo>
                    <a:pt x="314223" y="13056"/>
                    <a:pt x="272415" y="0"/>
                    <a:pt x="227527" y="0"/>
                  </a:cubicBezTo>
                  <a:cubicBezTo>
                    <a:pt x="101867" y="0"/>
                    <a:pt x="0" y="101867"/>
                    <a:pt x="0" y="227527"/>
                  </a:cubicBezTo>
                  <a:cubicBezTo>
                    <a:pt x="0" y="353187"/>
                    <a:pt x="101867" y="455060"/>
                    <a:pt x="227527" y="455060"/>
                  </a:cubicBezTo>
                  <a:cubicBezTo>
                    <a:pt x="272415" y="455060"/>
                    <a:pt x="314223" y="442004"/>
                    <a:pt x="349485" y="419570"/>
                  </a:cubicBezTo>
                  <a:lnTo>
                    <a:pt x="349485" y="427755"/>
                  </a:lnTo>
                  <a:cubicBezTo>
                    <a:pt x="349485" y="438677"/>
                    <a:pt x="354946" y="444138"/>
                    <a:pt x="365874" y="444138"/>
                  </a:cubicBezTo>
                  <a:lnTo>
                    <a:pt x="445948" y="444138"/>
                  </a:lnTo>
                  <a:cubicBezTo>
                    <a:pt x="456876" y="444138"/>
                    <a:pt x="462337" y="438677"/>
                    <a:pt x="462337" y="427755"/>
                  </a:cubicBezTo>
                  <a:lnTo>
                    <a:pt x="462337" y="27305"/>
                  </a:lnTo>
                  <a:cubicBezTo>
                    <a:pt x="462337" y="16383"/>
                    <a:pt x="456876" y="10922"/>
                    <a:pt x="445948" y="10922"/>
                  </a:cubicBezTo>
                  <a:close/>
                  <a:moveTo>
                    <a:pt x="227527" y="352431"/>
                  </a:moveTo>
                  <a:cubicBezTo>
                    <a:pt x="158547" y="352431"/>
                    <a:pt x="102622" y="296513"/>
                    <a:pt x="102622" y="227527"/>
                  </a:cubicBezTo>
                  <a:cubicBezTo>
                    <a:pt x="102622" y="158547"/>
                    <a:pt x="158547" y="102629"/>
                    <a:pt x="227527" y="102629"/>
                  </a:cubicBezTo>
                  <a:cubicBezTo>
                    <a:pt x="287319" y="102629"/>
                    <a:pt x="337229" y="144666"/>
                    <a:pt x="349485" y="200781"/>
                  </a:cubicBezTo>
                  <a:cubicBezTo>
                    <a:pt x="351365" y="209404"/>
                    <a:pt x="352425" y="218338"/>
                    <a:pt x="352425" y="227527"/>
                  </a:cubicBezTo>
                  <a:cubicBezTo>
                    <a:pt x="352425" y="236722"/>
                    <a:pt x="351365" y="245650"/>
                    <a:pt x="349485" y="254279"/>
                  </a:cubicBezTo>
                  <a:cubicBezTo>
                    <a:pt x="337229" y="310394"/>
                    <a:pt x="287319" y="352431"/>
                    <a:pt x="227527" y="352431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CCCA86B-B46A-C406-5A72-90923EAA728C}"/>
                </a:ext>
              </a:extLst>
            </p:cNvPr>
            <p:cNvSpPr/>
            <p:nvPr/>
          </p:nvSpPr>
          <p:spPr>
            <a:xfrm>
              <a:off x="1582393" y="2970790"/>
              <a:ext cx="505675" cy="505123"/>
            </a:xfrm>
            <a:custGeom>
              <a:avLst/>
              <a:gdLst>
                <a:gd name="connsiteX0" fmla="*/ 418592 w 505675"/>
                <a:gd name="connsiteY0" fmla="*/ 0 h 505123"/>
                <a:gd name="connsiteX1" fmla="*/ 419106 w 505675"/>
                <a:gd name="connsiteY1" fmla="*/ 94767 h 505123"/>
                <a:gd name="connsiteX2" fmla="*/ 324294 w 505675"/>
                <a:gd name="connsiteY2" fmla="*/ 94247 h 505123"/>
                <a:gd name="connsiteX3" fmla="*/ 324257 w 505675"/>
                <a:gd name="connsiteY3" fmla="*/ 94266 h 505123"/>
                <a:gd name="connsiteX4" fmla="*/ 324809 w 505675"/>
                <a:gd name="connsiteY4" fmla="*/ 94761 h 505123"/>
                <a:gd name="connsiteX5" fmla="*/ 324809 w 505675"/>
                <a:gd name="connsiteY5" fmla="*/ 324257 h 505123"/>
                <a:gd name="connsiteX6" fmla="*/ 95313 w 505675"/>
                <a:gd name="connsiteY6" fmla="*/ 324257 h 505123"/>
                <a:gd name="connsiteX7" fmla="*/ 94812 w 505675"/>
                <a:gd name="connsiteY7" fmla="*/ 323704 h 505123"/>
                <a:gd name="connsiteX8" fmla="*/ 94780 w 505675"/>
                <a:gd name="connsiteY8" fmla="*/ 323736 h 505123"/>
                <a:gd name="connsiteX9" fmla="*/ 0 w 505675"/>
                <a:gd name="connsiteY9" fmla="*/ 323221 h 505123"/>
                <a:gd name="connsiteX10" fmla="*/ 521 w 505675"/>
                <a:gd name="connsiteY10" fmla="*/ 418002 h 505123"/>
                <a:gd name="connsiteX11" fmla="*/ 521 w 505675"/>
                <a:gd name="connsiteY11" fmla="*/ 418027 h 505123"/>
                <a:gd name="connsiteX12" fmla="*/ 527 w 505675"/>
                <a:gd name="connsiteY12" fmla="*/ 418014 h 505123"/>
                <a:gd name="connsiteX13" fmla="*/ 1035 w 505675"/>
                <a:gd name="connsiteY13" fmla="*/ 418541 h 505123"/>
                <a:gd name="connsiteX14" fmla="*/ 419094 w 505675"/>
                <a:gd name="connsiteY14" fmla="*/ 418541 h 505123"/>
                <a:gd name="connsiteX15" fmla="*/ 419094 w 505675"/>
                <a:gd name="connsiteY15" fmla="*/ 476 h 505123"/>
                <a:gd name="connsiteX16" fmla="*/ 418592 w 505675"/>
                <a:gd name="connsiteY16" fmla="*/ 0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675" h="505123">
                  <a:moveTo>
                    <a:pt x="418592" y="0"/>
                  </a:moveTo>
                  <a:lnTo>
                    <a:pt x="419106" y="94767"/>
                  </a:lnTo>
                  <a:lnTo>
                    <a:pt x="324294" y="94247"/>
                  </a:lnTo>
                  <a:lnTo>
                    <a:pt x="324257" y="94266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61436" y="387630"/>
                    <a:pt x="158693" y="387630"/>
                    <a:pt x="95313" y="324257"/>
                  </a:cubicBezTo>
                  <a:cubicBezTo>
                    <a:pt x="95136" y="324079"/>
                    <a:pt x="94990" y="323882"/>
                    <a:pt x="94812" y="323704"/>
                  </a:cubicBezTo>
                  <a:lnTo>
                    <a:pt x="94780" y="323736"/>
                  </a:lnTo>
                  <a:lnTo>
                    <a:pt x="0" y="323221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57" y="418370"/>
                    <a:pt x="1035" y="418541"/>
                  </a:cubicBezTo>
                  <a:cubicBezTo>
                    <a:pt x="116478" y="533984"/>
                    <a:pt x="303651" y="533984"/>
                    <a:pt x="419094" y="418541"/>
                  </a:cubicBezTo>
                  <a:cubicBezTo>
                    <a:pt x="534537" y="303092"/>
                    <a:pt x="534537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AF44414-BBD2-1AF1-079E-8D3D298F476D}"/>
                </a:ext>
              </a:extLst>
            </p:cNvPr>
            <p:cNvSpPr/>
            <p:nvPr/>
          </p:nvSpPr>
          <p:spPr>
            <a:xfrm>
              <a:off x="1582393" y="2970790"/>
              <a:ext cx="505680" cy="505123"/>
            </a:xfrm>
            <a:custGeom>
              <a:avLst/>
              <a:gdLst>
                <a:gd name="connsiteX0" fmla="*/ 324257 w 505680"/>
                <a:gd name="connsiteY0" fmla="*/ 94259 h 505123"/>
                <a:gd name="connsiteX1" fmla="*/ 324257 w 505680"/>
                <a:gd name="connsiteY1" fmla="*/ 94259 h 505123"/>
                <a:gd name="connsiteX2" fmla="*/ 324809 w 505680"/>
                <a:gd name="connsiteY2" fmla="*/ 94761 h 505123"/>
                <a:gd name="connsiteX3" fmla="*/ 324809 w 505680"/>
                <a:gd name="connsiteY3" fmla="*/ 324257 h 505123"/>
                <a:gd name="connsiteX4" fmla="*/ 210064 w 505680"/>
                <a:gd name="connsiteY4" fmla="*/ 371786 h 505123"/>
                <a:gd name="connsiteX5" fmla="*/ 95313 w 505680"/>
                <a:gd name="connsiteY5" fmla="*/ 324257 h 505123"/>
                <a:gd name="connsiteX6" fmla="*/ 94818 w 505680"/>
                <a:gd name="connsiteY6" fmla="*/ 323704 h 505123"/>
                <a:gd name="connsiteX7" fmla="*/ 94780 w 505680"/>
                <a:gd name="connsiteY7" fmla="*/ 323736 h 505123"/>
                <a:gd name="connsiteX8" fmla="*/ 94780 w 505680"/>
                <a:gd name="connsiteY8" fmla="*/ 323736 h 505123"/>
                <a:gd name="connsiteX9" fmla="*/ 94742 w 505680"/>
                <a:gd name="connsiteY9" fmla="*/ 323749 h 505123"/>
                <a:gd name="connsiteX10" fmla="*/ 0 w 505680"/>
                <a:gd name="connsiteY10" fmla="*/ 323234 h 505123"/>
                <a:gd name="connsiteX11" fmla="*/ 521 w 505680"/>
                <a:gd name="connsiteY11" fmla="*/ 418002 h 505123"/>
                <a:gd name="connsiteX12" fmla="*/ 521 w 505680"/>
                <a:gd name="connsiteY12" fmla="*/ 418027 h 505123"/>
                <a:gd name="connsiteX13" fmla="*/ 527 w 505680"/>
                <a:gd name="connsiteY13" fmla="*/ 418014 h 505123"/>
                <a:gd name="connsiteX14" fmla="*/ 1035 w 505680"/>
                <a:gd name="connsiteY14" fmla="*/ 418541 h 505123"/>
                <a:gd name="connsiteX15" fmla="*/ 210064 w 505680"/>
                <a:gd name="connsiteY15" fmla="*/ 505124 h 505123"/>
                <a:gd name="connsiteX16" fmla="*/ 419094 w 505680"/>
                <a:gd name="connsiteY16" fmla="*/ 418541 h 505123"/>
                <a:gd name="connsiteX17" fmla="*/ 419094 w 505680"/>
                <a:gd name="connsiteY17" fmla="*/ 476 h 505123"/>
                <a:gd name="connsiteX18" fmla="*/ 418592 w 505680"/>
                <a:gd name="connsiteY18" fmla="*/ 0 h 505123"/>
                <a:gd name="connsiteX19" fmla="*/ 419106 w 505680"/>
                <a:gd name="connsiteY19" fmla="*/ 94767 h 505123"/>
                <a:gd name="connsiteX20" fmla="*/ 419037 w 505680"/>
                <a:gd name="connsiteY20" fmla="*/ 94761 h 505123"/>
                <a:gd name="connsiteX21" fmla="*/ 419037 w 505680"/>
                <a:gd name="connsiteY21" fmla="*/ 94780 h 505123"/>
                <a:gd name="connsiteX22" fmla="*/ 324257 w 505680"/>
                <a:gd name="connsiteY22" fmla="*/ 94259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5680" h="505123">
                  <a:moveTo>
                    <a:pt x="324257" y="94259"/>
                  </a:moveTo>
                  <a:lnTo>
                    <a:pt x="324257" y="94259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93129" y="355943"/>
                    <a:pt x="251593" y="371786"/>
                    <a:pt x="210064" y="371786"/>
                  </a:cubicBezTo>
                  <a:cubicBezTo>
                    <a:pt x="168529" y="371786"/>
                    <a:pt x="127006" y="355943"/>
                    <a:pt x="95313" y="324257"/>
                  </a:cubicBezTo>
                  <a:cubicBezTo>
                    <a:pt x="95142" y="324079"/>
                    <a:pt x="94990" y="323882"/>
                    <a:pt x="94818" y="323704"/>
                  </a:cubicBezTo>
                  <a:lnTo>
                    <a:pt x="94780" y="323736"/>
                  </a:lnTo>
                  <a:lnTo>
                    <a:pt x="94780" y="323736"/>
                  </a:lnTo>
                  <a:lnTo>
                    <a:pt x="94742" y="323749"/>
                  </a:lnTo>
                  <a:lnTo>
                    <a:pt x="0" y="323234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64" y="418370"/>
                    <a:pt x="1035" y="418541"/>
                  </a:cubicBezTo>
                  <a:cubicBezTo>
                    <a:pt x="58757" y="476263"/>
                    <a:pt x="134411" y="505124"/>
                    <a:pt x="210064" y="505124"/>
                  </a:cubicBezTo>
                  <a:cubicBezTo>
                    <a:pt x="285718" y="505124"/>
                    <a:pt x="361372" y="476263"/>
                    <a:pt x="419094" y="418541"/>
                  </a:cubicBezTo>
                  <a:cubicBezTo>
                    <a:pt x="534543" y="303092"/>
                    <a:pt x="534543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lnTo>
                    <a:pt x="419106" y="94767"/>
                  </a:lnTo>
                  <a:lnTo>
                    <a:pt x="419037" y="94761"/>
                  </a:lnTo>
                  <a:lnTo>
                    <a:pt x="419037" y="94780"/>
                  </a:lnTo>
                  <a:lnTo>
                    <a:pt x="324257" y="94259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FF84229-AF47-1C8F-5B88-DEC0DB76DE1D}"/>
                </a:ext>
              </a:extLst>
            </p:cNvPr>
            <p:cNvSpPr/>
            <p:nvPr/>
          </p:nvSpPr>
          <p:spPr>
            <a:xfrm>
              <a:off x="1906650" y="3065037"/>
              <a:ext cx="94780" cy="533"/>
            </a:xfrm>
            <a:custGeom>
              <a:avLst/>
              <a:gdLst>
                <a:gd name="connsiteX0" fmla="*/ 0 w 94780"/>
                <a:gd name="connsiteY0" fmla="*/ 13 h 533"/>
                <a:gd name="connsiteX1" fmla="*/ 0 w 94780"/>
                <a:gd name="connsiteY1" fmla="*/ 13 h 533"/>
                <a:gd name="connsiteX2" fmla="*/ 0 w 94780"/>
                <a:gd name="connsiteY2" fmla="*/ 13 h 533"/>
                <a:gd name="connsiteX3" fmla="*/ 94780 w 94780"/>
                <a:gd name="connsiteY3" fmla="*/ 533 h 533"/>
                <a:gd name="connsiteX4" fmla="*/ 94780 w 94780"/>
                <a:gd name="connsiteY4" fmla="*/ 514 h 533"/>
                <a:gd name="connsiteX5" fmla="*/ 38 w 94780"/>
                <a:gd name="connsiteY5" fmla="*/ 0 h 533"/>
                <a:gd name="connsiteX6" fmla="*/ 0 w 94780"/>
                <a:gd name="connsiteY6" fmla="*/ 13 h 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80" h="533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94780" y="533"/>
                  </a:lnTo>
                  <a:lnTo>
                    <a:pt x="94780" y="514"/>
                  </a:lnTo>
                  <a:lnTo>
                    <a:pt x="38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E4391AD7-2525-DDA7-2C64-6E197672C496}"/>
                </a:ext>
              </a:extLst>
            </p:cNvPr>
            <p:cNvSpPr/>
            <p:nvPr/>
          </p:nvSpPr>
          <p:spPr>
            <a:xfrm rot="-5381242">
              <a:off x="1629762" y="3246900"/>
              <a:ext cx="28" cy="94759"/>
            </a:xfrm>
            <a:custGeom>
              <a:avLst/>
              <a:gdLst>
                <a:gd name="connsiteX0" fmla="*/ 0 w 28"/>
                <a:gd name="connsiteY0" fmla="*/ 0 h 94759"/>
                <a:gd name="connsiteX1" fmla="*/ 29 w 28"/>
                <a:gd name="connsiteY1" fmla="*/ 0 h 94759"/>
                <a:gd name="connsiteX2" fmla="*/ 29 w 28"/>
                <a:gd name="connsiteY2" fmla="*/ 94759 h 94759"/>
                <a:gd name="connsiteX3" fmla="*/ 0 w 28"/>
                <a:gd name="connsiteY3" fmla="*/ 94759 h 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" h="94759">
                  <a:moveTo>
                    <a:pt x="0" y="0"/>
                  </a:moveTo>
                  <a:lnTo>
                    <a:pt x="29" y="0"/>
                  </a:lnTo>
                  <a:lnTo>
                    <a:pt x="29" y="94759"/>
                  </a:lnTo>
                  <a:lnTo>
                    <a:pt x="0" y="94759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CCA23E7-3027-D954-240C-41C9536AD5B7}"/>
                </a:ext>
              </a:extLst>
            </p:cNvPr>
            <p:cNvSpPr/>
            <p:nvPr/>
          </p:nvSpPr>
          <p:spPr>
            <a:xfrm>
              <a:off x="1495832" y="2697093"/>
              <a:ext cx="474869" cy="655796"/>
            </a:xfrm>
            <a:custGeom>
              <a:avLst/>
              <a:gdLst>
                <a:gd name="connsiteX0" fmla="*/ 474527 w 474869"/>
                <a:gd name="connsiteY0" fmla="*/ 273863 h 655796"/>
                <a:gd name="connsiteX1" fmla="*/ 474381 w 474869"/>
                <a:gd name="connsiteY1" fmla="*/ 246869 h 655796"/>
                <a:gd name="connsiteX2" fmla="*/ 147115 w 474869"/>
                <a:gd name="connsiteY2" fmla="*/ 226536 h 655796"/>
                <a:gd name="connsiteX3" fmla="*/ 147115 w 474869"/>
                <a:gd name="connsiteY3" fmla="*/ 21285 h 655796"/>
                <a:gd name="connsiteX4" fmla="*/ 125823 w 474869"/>
                <a:gd name="connsiteY4" fmla="*/ 0 h 655796"/>
                <a:gd name="connsiteX5" fmla="*/ 21785 w 474869"/>
                <a:gd name="connsiteY5" fmla="*/ 0 h 655796"/>
                <a:gd name="connsiteX6" fmla="*/ 487 w 474869"/>
                <a:gd name="connsiteY6" fmla="*/ 21285 h 655796"/>
                <a:gd name="connsiteX7" fmla="*/ 487 w 474869"/>
                <a:gd name="connsiteY7" fmla="*/ 465138 h 655796"/>
                <a:gd name="connsiteX8" fmla="*/ 56259 w 474869"/>
                <a:gd name="connsiteY8" fmla="*/ 655796 h 655796"/>
                <a:gd name="connsiteX9" fmla="*/ 55941 w 474869"/>
                <a:gd name="connsiteY9" fmla="*/ 597084 h 655796"/>
                <a:gd name="connsiteX10" fmla="*/ 55770 w 474869"/>
                <a:gd name="connsiteY10" fmla="*/ 566122 h 655796"/>
                <a:gd name="connsiteX11" fmla="*/ 86733 w 474869"/>
                <a:gd name="connsiteY11" fmla="*/ 566293 h 655796"/>
                <a:gd name="connsiteX12" fmla="*/ 157154 w 474869"/>
                <a:gd name="connsiteY12" fmla="*/ 566674 h 655796"/>
                <a:gd name="connsiteX13" fmla="*/ 180789 w 474869"/>
                <a:gd name="connsiteY13" fmla="*/ 367436 h 655796"/>
                <a:gd name="connsiteX14" fmla="*/ 367815 w 474869"/>
                <a:gd name="connsiteY14" fmla="*/ 337083 h 655796"/>
                <a:gd name="connsiteX15" fmla="*/ 474870 w 474869"/>
                <a:gd name="connsiteY15" fmla="*/ 337083 h 655796"/>
                <a:gd name="connsiteX16" fmla="*/ 474527 w 474869"/>
                <a:gd name="connsiteY16" fmla="*/ 273863 h 65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4869" h="655796">
                  <a:moveTo>
                    <a:pt x="474527" y="273863"/>
                  </a:moveTo>
                  <a:lnTo>
                    <a:pt x="474381" y="246869"/>
                  </a:lnTo>
                  <a:cubicBezTo>
                    <a:pt x="378801" y="174047"/>
                    <a:pt x="249058" y="167284"/>
                    <a:pt x="147115" y="226536"/>
                  </a:cubicBezTo>
                  <a:lnTo>
                    <a:pt x="147115" y="21285"/>
                  </a:lnTo>
                  <a:cubicBezTo>
                    <a:pt x="147115" y="7099"/>
                    <a:pt x="140022" y="0"/>
                    <a:pt x="125823" y="0"/>
                  </a:cubicBezTo>
                  <a:lnTo>
                    <a:pt x="21785" y="0"/>
                  </a:lnTo>
                  <a:cubicBezTo>
                    <a:pt x="7586" y="0"/>
                    <a:pt x="487" y="7099"/>
                    <a:pt x="487" y="21285"/>
                  </a:cubicBezTo>
                  <a:lnTo>
                    <a:pt x="487" y="465138"/>
                  </a:lnTo>
                  <a:cubicBezTo>
                    <a:pt x="-3323" y="531743"/>
                    <a:pt x="15225" y="599383"/>
                    <a:pt x="56259" y="655796"/>
                  </a:cubicBezTo>
                  <a:lnTo>
                    <a:pt x="55941" y="597084"/>
                  </a:lnTo>
                  <a:lnTo>
                    <a:pt x="55770" y="566122"/>
                  </a:lnTo>
                  <a:lnTo>
                    <a:pt x="86733" y="566293"/>
                  </a:lnTo>
                  <a:lnTo>
                    <a:pt x="157154" y="566674"/>
                  </a:lnTo>
                  <a:cubicBezTo>
                    <a:pt x="118946" y="504184"/>
                    <a:pt x="126712" y="421513"/>
                    <a:pt x="180789" y="367436"/>
                  </a:cubicBezTo>
                  <a:cubicBezTo>
                    <a:pt x="231411" y="316814"/>
                    <a:pt x="307084" y="306813"/>
                    <a:pt x="367815" y="337083"/>
                  </a:cubicBezTo>
                  <a:lnTo>
                    <a:pt x="474870" y="337083"/>
                  </a:lnTo>
                  <a:lnTo>
                    <a:pt x="474527" y="27386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3020E5C-EAC8-FA15-EA34-DF7D38311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97484" y="6400413"/>
            <a:ext cx="4197033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GB"/>
              <a:t>© Bmatix 2026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347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F8E7BD-460F-73B6-882C-F24467C1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330171"/>
            <a:ext cx="11232204" cy="701731"/>
          </a:xfrm>
          <a:prstGeom prst="rect">
            <a:avLst/>
          </a:prstGeom>
        </p:spPr>
        <p:txBody>
          <a:bodyPr vert="horz" wrap="square" lIns="0" tIns="45720" rIns="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444AA-017A-98CA-948B-36DD54CA7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898" y="1825625"/>
            <a:ext cx="11232204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C8938-C1C1-61DC-01E5-2339FAC72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898" y="6400413"/>
            <a:ext cx="4197033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DFF44-8912-5FA9-92B5-FFC1622FE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67348" y="6400413"/>
            <a:ext cx="324652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ctr">
              <a:defRPr sz="1200" b="1">
                <a:solidFill>
                  <a:schemeClr val="accent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 b="1"/>
          </a:p>
        </p:txBody>
      </p:sp>
      <p:grpSp>
        <p:nvGrpSpPr>
          <p:cNvPr id="4" name="Graphic 3">
            <a:extLst>
              <a:ext uri="{FF2B5EF4-FFF2-40B4-BE49-F238E27FC236}">
                <a16:creationId xmlns:a16="http://schemas.microsoft.com/office/drawing/2014/main" id="{4EF052E9-B77F-12E8-8096-05A056C76972}"/>
              </a:ext>
            </a:extLst>
          </p:cNvPr>
          <p:cNvGrpSpPr/>
          <p:nvPr userDrawn="1"/>
        </p:nvGrpSpPr>
        <p:grpSpPr>
          <a:xfrm rot="5400000">
            <a:off x="11474415" y="3362826"/>
            <a:ext cx="1116761" cy="132350"/>
            <a:chOff x="6038068" y="3758203"/>
            <a:chExt cx="2149750" cy="25477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CF1C254-253F-351C-044E-07C637A7DBEF}"/>
                </a:ext>
              </a:extLst>
            </p:cNvPr>
            <p:cNvSpPr/>
            <p:nvPr/>
          </p:nvSpPr>
          <p:spPr>
            <a:xfrm>
              <a:off x="6038068" y="3762096"/>
              <a:ext cx="231797" cy="24733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9E36F0F-F207-7A6B-53A2-088BA1715314}"/>
                </a:ext>
              </a:extLst>
            </p:cNvPr>
            <p:cNvSpPr/>
            <p:nvPr/>
          </p:nvSpPr>
          <p:spPr>
            <a:xfrm>
              <a:off x="6293174" y="3841243"/>
              <a:ext cx="164663" cy="17173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1D37FBA-74FB-4513-8B1E-C3E83ABF9223}"/>
                </a:ext>
              </a:extLst>
            </p:cNvPr>
            <p:cNvSpPr/>
            <p:nvPr/>
          </p:nvSpPr>
          <p:spPr>
            <a:xfrm>
              <a:off x="6480459" y="3798843"/>
              <a:ext cx="135328" cy="214131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4712F86-8B07-3B27-465D-7E7EBA0A8E80}"/>
                </a:ext>
              </a:extLst>
            </p:cNvPr>
            <p:cNvSpPr/>
            <p:nvPr/>
          </p:nvSpPr>
          <p:spPr>
            <a:xfrm>
              <a:off x="6736282" y="3770216"/>
              <a:ext cx="43815" cy="239219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0C8BF06-6BE1-B0A0-3A91-BB44EAC8AEAF}"/>
                </a:ext>
              </a:extLst>
            </p:cNvPr>
            <p:cNvSpPr/>
            <p:nvPr/>
          </p:nvSpPr>
          <p:spPr>
            <a:xfrm>
              <a:off x="6828504" y="3841243"/>
              <a:ext cx="154056" cy="168192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E8A1670-1694-75B4-CDDF-C3EC71978830}"/>
                </a:ext>
              </a:extLst>
            </p:cNvPr>
            <p:cNvSpPr/>
            <p:nvPr/>
          </p:nvSpPr>
          <p:spPr>
            <a:xfrm>
              <a:off x="7015060" y="3758203"/>
              <a:ext cx="128260" cy="251233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B3C6116-AAF2-3230-0D13-A812AD372EE1}"/>
                </a:ext>
              </a:extLst>
            </p:cNvPr>
            <p:cNvSpPr/>
            <p:nvPr/>
          </p:nvSpPr>
          <p:spPr>
            <a:xfrm>
              <a:off x="7160288" y="3841243"/>
              <a:ext cx="172794" cy="17173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C0F9061-747D-32F7-95B4-03A282AAFAC3}"/>
                </a:ext>
              </a:extLst>
            </p:cNvPr>
            <p:cNvSpPr/>
            <p:nvPr/>
          </p:nvSpPr>
          <p:spPr>
            <a:xfrm>
              <a:off x="7377949" y="3841951"/>
              <a:ext cx="99643" cy="167485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1431AD-5864-88DB-544D-4A6AD39DC0C4}"/>
                </a:ext>
              </a:extLst>
            </p:cNvPr>
            <p:cNvSpPr/>
            <p:nvPr/>
          </p:nvSpPr>
          <p:spPr>
            <a:xfrm>
              <a:off x="7513986" y="3841243"/>
              <a:ext cx="258644" cy="168192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6B52A3E-7648-1A54-9408-7991C93CCD67}"/>
                </a:ext>
              </a:extLst>
            </p:cNvPr>
            <p:cNvSpPr/>
            <p:nvPr/>
          </p:nvSpPr>
          <p:spPr>
            <a:xfrm>
              <a:off x="7814676" y="3841243"/>
              <a:ext cx="167485" cy="17173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2084F05-A932-EEB2-203D-365F9DD26EDC}"/>
                </a:ext>
              </a:extLst>
            </p:cNvPr>
            <p:cNvSpPr/>
            <p:nvPr/>
          </p:nvSpPr>
          <p:spPr>
            <a:xfrm>
              <a:off x="8016441" y="3762096"/>
              <a:ext cx="171377" cy="250878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11CDE8E5-6C95-3824-AD71-3187AE4D13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948597" y="6391509"/>
            <a:ext cx="294806" cy="29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3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accent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7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70000"/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70000"/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9A3D-88AF-D31E-A8E4-0DFC25B0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C4C991E0-59E5-DB9F-59B1-DB53347AE6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9400" y="3371850"/>
            <a:ext cx="4445000" cy="171450"/>
          </a:xfrm>
        </p:spPr>
        <p:txBody>
          <a:bodyPr>
            <a:normAutofit/>
          </a:bodyPr>
          <a:lstStyle/>
          <a:p>
            <a:endParaRPr lang="en-BE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F2192385-CE33-BDCF-2BDA-7048F31D1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5529" y="2727269"/>
            <a:ext cx="6081820" cy="701731"/>
          </a:xfrm>
        </p:spPr>
        <p:txBody>
          <a:bodyPr/>
          <a:lstStyle/>
          <a:p>
            <a:r>
              <a:rPr lang="nl-BE" dirty="0"/>
              <a:t>Title</a:t>
            </a:r>
            <a:endParaRPr lang="en-BE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84F1CBE5-2C66-650E-7CA9-68263F855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5529" y="3647183"/>
            <a:ext cx="6081820" cy="424732"/>
          </a:xfrm>
        </p:spPr>
        <p:txBody>
          <a:bodyPr/>
          <a:lstStyle/>
          <a:p>
            <a:r>
              <a:rPr lang="nl-BE" dirty="0"/>
              <a:t>Subtitle</a:t>
            </a:r>
            <a:endParaRPr lang="en-BE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F08FF8-FCC5-D4B8-B2FC-986DD4829B98}"/>
              </a:ext>
            </a:extLst>
          </p:cNvPr>
          <p:cNvGrpSpPr/>
          <p:nvPr/>
        </p:nvGrpSpPr>
        <p:grpSpPr>
          <a:xfrm>
            <a:off x="1374262" y="4229516"/>
            <a:ext cx="418080" cy="206826"/>
            <a:chOff x="1266967" y="4276448"/>
            <a:chExt cx="418080" cy="206826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EA1EC41-4109-84C0-5579-5227B652CBC5}"/>
                </a:ext>
              </a:extLst>
            </p:cNvPr>
            <p:cNvSpPr/>
            <p:nvPr/>
          </p:nvSpPr>
          <p:spPr>
            <a:xfrm>
              <a:off x="1406765" y="4355624"/>
              <a:ext cx="26124" cy="43446"/>
            </a:xfrm>
            <a:custGeom>
              <a:avLst/>
              <a:gdLst>
                <a:gd name="connsiteX0" fmla="*/ 18824 w 36999"/>
                <a:gd name="connsiteY0" fmla="*/ 0 h 61531"/>
                <a:gd name="connsiteX1" fmla="*/ 37000 w 36999"/>
                <a:gd name="connsiteY1" fmla="*/ 58415 h 61531"/>
                <a:gd name="connsiteX2" fmla="*/ 18702 w 36999"/>
                <a:gd name="connsiteY2" fmla="*/ 61532 h 61531"/>
                <a:gd name="connsiteX3" fmla="*/ 0 w 36999"/>
                <a:gd name="connsiteY3" fmla="*/ 58253 h 61531"/>
                <a:gd name="connsiteX4" fmla="*/ 18500 w 36999"/>
                <a:gd name="connsiteY4" fmla="*/ 0 h 61531"/>
                <a:gd name="connsiteX5" fmla="*/ 18824 w 36999"/>
                <a:gd name="connsiteY5" fmla="*/ 0 h 6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999" h="61531">
                  <a:moveTo>
                    <a:pt x="18824" y="0"/>
                  </a:moveTo>
                  <a:lnTo>
                    <a:pt x="37000" y="58415"/>
                  </a:lnTo>
                  <a:cubicBezTo>
                    <a:pt x="31535" y="60358"/>
                    <a:pt x="25301" y="61532"/>
                    <a:pt x="18702" y="61532"/>
                  </a:cubicBezTo>
                  <a:cubicBezTo>
                    <a:pt x="11901" y="61532"/>
                    <a:pt x="5506" y="60358"/>
                    <a:pt x="0" y="58253"/>
                  </a:cubicBezTo>
                  <a:lnTo>
                    <a:pt x="18500" y="0"/>
                  </a:lnTo>
                  <a:lnTo>
                    <a:pt x="18824" y="0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09E7E3A-08E3-CD10-3B77-4E17B37C4CF3}"/>
                </a:ext>
              </a:extLst>
            </p:cNvPr>
            <p:cNvSpPr/>
            <p:nvPr/>
          </p:nvSpPr>
          <p:spPr>
            <a:xfrm>
              <a:off x="1508435" y="4342247"/>
              <a:ext cx="30783" cy="33184"/>
            </a:xfrm>
            <a:custGeom>
              <a:avLst/>
              <a:gdLst>
                <a:gd name="connsiteX0" fmla="*/ 43598 w 43598"/>
                <a:gd name="connsiteY0" fmla="*/ 23196 h 46998"/>
                <a:gd name="connsiteX1" fmla="*/ 12832 w 43598"/>
                <a:gd name="connsiteY1" fmla="*/ 46999 h 46998"/>
                <a:gd name="connsiteX2" fmla="*/ 0 w 43598"/>
                <a:gd name="connsiteY2" fmla="*/ 46999 h 46998"/>
                <a:gd name="connsiteX3" fmla="*/ 0 w 43598"/>
                <a:gd name="connsiteY3" fmla="*/ 0 h 46998"/>
                <a:gd name="connsiteX4" fmla="*/ 12832 w 43598"/>
                <a:gd name="connsiteY4" fmla="*/ 0 h 46998"/>
                <a:gd name="connsiteX5" fmla="*/ 43598 w 43598"/>
                <a:gd name="connsiteY5" fmla="*/ 23196 h 46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598" h="46998">
                  <a:moveTo>
                    <a:pt x="43598" y="23196"/>
                  </a:moveTo>
                  <a:cubicBezTo>
                    <a:pt x="43598" y="41291"/>
                    <a:pt x="29956" y="46999"/>
                    <a:pt x="12832" y="46999"/>
                  </a:cubicBezTo>
                  <a:lnTo>
                    <a:pt x="0" y="46999"/>
                  </a:lnTo>
                  <a:lnTo>
                    <a:pt x="0" y="0"/>
                  </a:lnTo>
                  <a:lnTo>
                    <a:pt x="12832" y="0"/>
                  </a:lnTo>
                  <a:cubicBezTo>
                    <a:pt x="29956" y="0"/>
                    <a:pt x="43598" y="5708"/>
                    <a:pt x="43598" y="23196"/>
                  </a:cubicBez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D18643E-080B-1AD1-E72F-2F5A1A3E9EDB}"/>
                </a:ext>
              </a:extLst>
            </p:cNvPr>
            <p:cNvSpPr/>
            <p:nvPr/>
          </p:nvSpPr>
          <p:spPr>
            <a:xfrm>
              <a:off x="1266967" y="4276448"/>
              <a:ext cx="418080" cy="206826"/>
            </a:xfrm>
            <a:custGeom>
              <a:avLst/>
              <a:gdLst>
                <a:gd name="connsiteX0" fmla="*/ 0 w 592119"/>
                <a:gd name="connsiteY0" fmla="*/ 0 h 292922"/>
                <a:gd name="connsiteX1" fmla="*/ 0 w 592119"/>
                <a:gd name="connsiteY1" fmla="*/ 292922 h 292922"/>
                <a:gd name="connsiteX2" fmla="*/ 299237 w 592119"/>
                <a:gd name="connsiteY2" fmla="*/ 292922 h 292922"/>
                <a:gd name="connsiteX3" fmla="*/ 592119 w 592119"/>
                <a:gd name="connsiteY3" fmla="*/ 0 h 292922"/>
                <a:gd name="connsiteX4" fmla="*/ 0 w 592119"/>
                <a:gd name="connsiteY4" fmla="*/ 0 h 292922"/>
                <a:gd name="connsiteX5" fmla="*/ 360809 w 592119"/>
                <a:gd name="connsiteY5" fmla="*/ 180263 h 292922"/>
                <a:gd name="connsiteX6" fmla="*/ 341986 w 592119"/>
                <a:gd name="connsiteY6" fmla="*/ 180263 h 292922"/>
                <a:gd name="connsiteX7" fmla="*/ 341986 w 592119"/>
                <a:gd name="connsiteY7" fmla="*/ 236208 h 292922"/>
                <a:gd name="connsiteX8" fmla="*/ 255599 w 592119"/>
                <a:gd name="connsiteY8" fmla="*/ 236208 h 292922"/>
                <a:gd name="connsiteX9" fmla="*/ 247057 w 592119"/>
                <a:gd name="connsiteY9" fmla="*/ 209450 h 292922"/>
                <a:gd name="connsiteX10" fmla="*/ 216696 w 592119"/>
                <a:gd name="connsiteY10" fmla="*/ 214105 h 292922"/>
                <a:gd name="connsiteX11" fmla="*/ 185566 w 592119"/>
                <a:gd name="connsiteY11" fmla="*/ 209167 h 292922"/>
                <a:gd name="connsiteX12" fmla="*/ 176660 w 592119"/>
                <a:gd name="connsiteY12" fmla="*/ 236208 h 292922"/>
                <a:gd name="connsiteX13" fmla="*/ 123711 w 592119"/>
                <a:gd name="connsiteY13" fmla="*/ 236208 h 292922"/>
                <a:gd name="connsiteX14" fmla="*/ 129581 w 592119"/>
                <a:gd name="connsiteY14" fmla="*/ 220582 h 292922"/>
                <a:gd name="connsiteX15" fmla="*/ 127435 w 592119"/>
                <a:gd name="connsiteY15" fmla="*/ 222404 h 292922"/>
                <a:gd name="connsiteX16" fmla="*/ 77279 w 592119"/>
                <a:gd name="connsiteY16" fmla="*/ 239244 h 292922"/>
                <a:gd name="connsiteX17" fmla="*/ 74242 w 592119"/>
                <a:gd name="connsiteY17" fmla="*/ 239285 h 292922"/>
                <a:gd name="connsiteX18" fmla="*/ 8258 w 592119"/>
                <a:gd name="connsiteY18" fmla="*/ 221716 h 292922"/>
                <a:gd name="connsiteX19" fmla="*/ 26272 w 592119"/>
                <a:gd name="connsiteY19" fmla="*/ 185971 h 292922"/>
                <a:gd name="connsiteX20" fmla="*/ 74526 w 592119"/>
                <a:gd name="connsiteY20" fmla="*/ 199734 h 292922"/>
                <a:gd name="connsiteX21" fmla="*/ 93309 w 592119"/>
                <a:gd name="connsiteY21" fmla="*/ 193865 h 292922"/>
                <a:gd name="connsiteX22" fmla="*/ 97155 w 592119"/>
                <a:gd name="connsiteY22" fmla="*/ 184756 h 292922"/>
                <a:gd name="connsiteX23" fmla="*/ 67927 w 592119"/>
                <a:gd name="connsiteY23" fmla="*/ 166094 h 292922"/>
                <a:gd name="connsiteX24" fmla="*/ 28296 w 592119"/>
                <a:gd name="connsiteY24" fmla="*/ 147959 h 292922"/>
                <a:gd name="connsiteX25" fmla="*/ 8258 w 592119"/>
                <a:gd name="connsiteY25" fmla="*/ 107275 h 292922"/>
                <a:gd name="connsiteX26" fmla="*/ 22224 w 592119"/>
                <a:gd name="connsiteY26" fmla="*/ 73271 h 292922"/>
                <a:gd name="connsiteX27" fmla="*/ 80517 w 592119"/>
                <a:gd name="connsiteY27" fmla="*/ 51978 h 292922"/>
                <a:gd name="connsiteX28" fmla="*/ 80638 w 592119"/>
                <a:gd name="connsiteY28" fmla="*/ 51978 h 292922"/>
                <a:gd name="connsiteX29" fmla="*/ 146663 w 592119"/>
                <a:gd name="connsiteY29" fmla="*/ 67603 h 292922"/>
                <a:gd name="connsiteX30" fmla="*/ 126423 w 592119"/>
                <a:gd name="connsiteY30" fmla="*/ 102863 h 292922"/>
                <a:gd name="connsiteX31" fmla="*/ 83756 w 592119"/>
                <a:gd name="connsiteY31" fmla="*/ 91366 h 292922"/>
                <a:gd name="connsiteX32" fmla="*/ 57362 w 592119"/>
                <a:gd name="connsiteY32" fmla="*/ 103389 h 292922"/>
                <a:gd name="connsiteX33" fmla="*/ 89585 w 592119"/>
                <a:gd name="connsiteY33" fmla="*/ 124075 h 292922"/>
                <a:gd name="connsiteX34" fmla="*/ 148242 w 592119"/>
                <a:gd name="connsiteY34" fmla="*/ 170952 h 292922"/>
                <a:gd name="connsiteX35" fmla="*/ 191719 w 592119"/>
                <a:gd name="connsiteY35" fmla="*/ 55054 h 292922"/>
                <a:gd name="connsiteX36" fmla="*/ 242199 w 592119"/>
                <a:gd name="connsiteY36" fmla="*/ 55054 h 292922"/>
                <a:gd name="connsiteX37" fmla="*/ 293084 w 592119"/>
                <a:gd name="connsiteY37" fmla="*/ 193622 h 292922"/>
                <a:gd name="connsiteX38" fmla="*/ 293084 w 592119"/>
                <a:gd name="connsiteY38" fmla="*/ 55054 h 292922"/>
                <a:gd name="connsiteX39" fmla="*/ 351377 w 592119"/>
                <a:gd name="connsiteY39" fmla="*/ 55095 h 292922"/>
                <a:gd name="connsiteX40" fmla="*/ 433230 w 592119"/>
                <a:gd name="connsiteY40" fmla="*/ 118205 h 292922"/>
                <a:gd name="connsiteX41" fmla="*/ 360809 w 592119"/>
                <a:gd name="connsiteY41" fmla="*/ 180263 h 292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92119" h="292922">
                  <a:moveTo>
                    <a:pt x="0" y="0"/>
                  </a:moveTo>
                  <a:lnTo>
                    <a:pt x="0" y="292922"/>
                  </a:lnTo>
                  <a:lnTo>
                    <a:pt x="299237" y="292922"/>
                  </a:lnTo>
                  <a:lnTo>
                    <a:pt x="592119" y="0"/>
                  </a:lnTo>
                  <a:lnTo>
                    <a:pt x="0" y="0"/>
                  </a:lnTo>
                  <a:close/>
                  <a:moveTo>
                    <a:pt x="360809" y="180263"/>
                  </a:moveTo>
                  <a:lnTo>
                    <a:pt x="341986" y="180263"/>
                  </a:lnTo>
                  <a:lnTo>
                    <a:pt x="341986" y="236208"/>
                  </a:lnTo>
                  <a:lnTo>
                    <a:pt x="255599" y="236208"/>
                  </a:lnTo>
                  <a:lnTo>
                    <a:pt x="247057" y="209450"/>
                  </a:lnTo>
                  <a:cubicBezTo>
                    <a:pt x="237908" y="212446"/>
                    <a:pt x="227626" y="214105"/>
                    <a:pt x="216696" y="214105"/>
                  </a:cubicBezTo>
                  <a:cubicBezTo>
                    <a:pt x="205442" y="214105"/>
                    <a:pt x="194836" y="212364"/>
                    <a:pt x="185566" y="209167"/>
                  </a:cubicBezTo>
                  <a:lnTo>
                    <a:pt x="176660" y="236208"/>
                  </a:lnTo>
                  <a:lnTo>
                    <a:pt x="123711" y="236208"/>
                  </a:lnTo>
                  <a:lnTo>
                    <a:pt x="129581" y="220582"/>
                  </a:lnTo>
                  <a:cubicBezTo>
                    <a:pt x="128852" y="221230"/>
                    <a:pt x="128204" y="221837"/>
                    <a:pt x="127435" y="222404"/>
                  </a:cubicBezTo>
                  <a:cubicBezTo>
                    <a:pt x="114238" y="233051"/>
                    <a:pt x="97722" y="238880"/>
                    <a:pt x="77279" y="239244"/>
                  </a:cubicBezTo>
                  <a:lnTo>
                    <a:pt x="74242" y="239285"/>
                  </a:lnTo>
                  <a:cubicBezTo>
                    <a:pt x="50763" y="239285"/>
                    <a:pt x="27730" y="232767"/>
                    <a:pt x="8258" y="221716"/>
                  </a:cubicBezTo>
                  <a:lnTo>
                    <a:pt x="26272" y="185971"/>
                  </a:lnTo>
                  <a:cubicBezTo>
                    <a:pt x="45784" y="197508"/>
                    <a:pt x="58010" y="200058"/>
                    <a:pt x="74526" y="199734"/>
                  </a:cubicBezTo>
                  <a:cubicBezTo>
                    <a:pt x="83108" y="199573"/>
                    <a:pt x="89302" y="197994"/>
                    <a:pt x="93309" y="193865"/>
                  </a:cubicBezTo>
                  <a:cubicBezTo>
                    <a:pt x="95738" y="191274"/>
                    <a:pt x="97033" y="188116"/>
                    <a:pt x="97155" y="184756"/>
                  </a:cubicBezTo>
                  <a:cubicBezTo>
                    <a:pt x="97317" y="175446"/>
                    <a:pt x="84120" y="171074"/>
                    <a:pt x="67927" y="166094"/>
                  </a:cubicBezTo>
                  <a:cubicBezTo>
                    <a:pt x="54811" y="162006"/>
                    <a:pt x="39914" y="156500"/>
                    <a:pt x="28296" y="147959"/>
                  </a:cubicBezTo>
                  <a:cubicBezTo>
                    <a:pt x="14492" y="137839"/>
                    <a:pt x="7934" y="125127"/>
                    <a:pt x="8258" y="107275"/>
                  </a:cubicBezTo>
                  <a:cubicBezTo>
                    <a:pt x="8460" y="94281"/>
                    <a:pt x="13278" y="82501"/>
                    <a:pt x="22224" y="73271"/>
                  </a:cubicBezTo>
                  <a:cubicBezTo>
                    <a:pt x="35016" y="59993"/>
                    <a:pt x="55702" y="51978"/>
                    <a:pt x="80517" y="51978"/>
                  </a:cubicBezTo>
                  <a:lnTo>
                    <a:pt x="80638" y="51978"/>
                  </a:lnTo>
                  <a:cubicBezTo>
                    <a:pt x="101932" y="52018"/>
                    <a:pt x="127880" y="58050"/>
                    <a:pt x="146663" y="67603"/>
                  </a:cubicBezTo>
                  <a:lnTo>
                    <a:pt x="126423" y="102863"/>
                  </a:lnTo>
                  <a:cubicBezTo>
                    <a:pt x="105818" y="92945"/>
                    <a:pt x="95495" y="91973"/>
                    <a:pt x="83756" y="91366"/>
                  </a:cubicBezTo>
                  <a:cubicBezTo>
                    <a:pt x="66308" y="90435"/>
                    <a:pt x="57524" y="96669"/>
                    <a:pt x="57362" y="103389"/>
                  </a:cubicBezTo>
                  <a:cubicBezTo>
                    <a:pt x="57240" y="111607"/>
                    <a:pt x="73878" y="119015"/>
                    <a:pt x="89585" y="124075"/>
                  </a:cubicBezTo>
                  <a:cubicBezTo>
                    <a:pt x="113388" y="131645"/>
                    <a:pt x="143587" y="141725"/>
                    <a:pt x="148242" y="170952"/>
                  </a:cubicBezTo>
                  <a:lnTo>
                    <a:pt x="191719" y="55054"/>
                  </a:lnTo>
                  <a:lnTo>
                    <a:pt x="242199" y="55054"/>
                  </a:lnTo>
                  <a:lnTo>
                    <a:pt x="293084" y="193622"/>
                  </a:lnTo>
                  <a:lnTo>
                    <a:pt x="293084" y="55054"/>
                  </a:lnTo>
                  <a:lnTo>
                    <a:pt x="351377" y="55095"/>
                  </a:lnTo>
                  <a:cubicBezTo>
                    <a:pt x="407079" y="55095"/>
                    <a:pt x="433230" y="74931"/>
                    <a:pt x="433230" y="118205"/>
                  </a:cubicBezTo>
                  <a:cubicBezTo>
                    <a:pt x="433230" y="157067"/>
                    <a:pt x="406310" y="180263"/>
                    <a:pt x="360809" y="180263"/>
                  </a:cubicBez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86A2987-B933-574C-1714-430BFC50BEFB}"/>
              </a:ext>
            </a:extLst>
          </p:cNvPr>
          <p:cNvGrpSpPr/>
          <p:nvPr/>
        </p:nvGrpSpPr>
        <p:grpSpPr>
          <a:xfrm>
            <a:off x="2052574" y="4224882"/>
            <a:ext cx="964955" cy="205801"/>
            <a:chOff x="1975612" y="4277472"/>
            <a:chExt cx="964955" cy="205801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4C00463-729E-2C47-3E52-DC5BCE4F9F52}"/>
                </a:ext>
              </a:extLst>
            </p:cNvPr>
            <p:cNvSpPr/>
            <p:nvPr/>
          </p:nvSpPr>
          <p:spPr>
            <a:xfrm>
              <a:off x="2243433" y="4309486"/>
              <a:ext cx="697134" cy="134911"/>
            </a:xfrm>
            <a:custGeom>
              <a:avLst/>
              <a:gdLst>
                <a:gd name="connsiteX0" fmla="*/ 189047 w 987337"/>
                <a:gd name="connsiteY0" fmla="*/ 12954 h 191071"/>
                <a:gd name="connsiteX1" fmla="*/ 189047 w 987337"/>
                <a:gd name="connsiteY1" fmla="*/ 187833 h 191071"/>
                <a:gd name="connsiteX2" fmla="*/ 158687 w 987337"/>
                <a:gd name="connsiteY2" fmla="*/ 187833 h 191071"/>
                <a:gd name="connsiteX3" fmla="*/ 158687 w 987337"/>
                <a:gd name="connsiteY3" fmla="*/ 50602 h 191071"/>
                <a:gd name="connsiteX4" fmla="*/ 158282 w 987337"/>
                <a:gd name="connsiteY4" fmla="*/ 50602 h 191071"/>
                <a:gd name="connsiteX5" fmla="*/ 104037 w 987337"/>
                <a:gd name="connsiteY5" fmla="*/ 187833 h 191071"/>
                <a:gd name="connsiteX6" fmla="*/ 83796 w 987337"/>
                <a:gd name="connsiteY6" fmla="*/ 187833 h 191071"/>
                <a:gd name="connsiteX7" fmla="*/ 28337 w 987337"/>
                <a:gd name="connsiteY7" fmla="*/ 50602 h 191071"/>
                <a:gd name="connsiteX8" fmla="*/ 27932 w 987337"/>
                <a:gd name="connsiteY8" fmla="*/ 50602 h 191071"/>
                <a:gd name="connsiteX9" fmla="*/ 27932 w 987337"/>
                <a:gd name="connsiteY9" fmla="*/ 187833 h 191071"/>
                <a:gd name="connsiteX10" fmla="*/ 0 w 987337"/>
                <a:gd name="connsiteY10" fmla="*/ 187833 h 191071"/>
                <a:gd name="connsiteX11" fmla="*/ 0 w 987337"/>
                <a:gd name="connsiteY11" fmla="*/ 12954 h 191071"/>
                <a:gd name="connsiteX12" fmla="*/ 43720 w 987337"/>
                <a:gd name="connsiteY12" fmla="*/ 12954 h 191071"/>
                <a:gd name="connsiteX13" fmla="*/ 93917 w 987337"/>
                <a:gd name="connsiteY13" fmla="*/ 142494 h 191071"/>
                <a:gd name="connsiteX14" fmla="*/ 94726 w 987337"/>
                <a:gd name="connsiteY14" fmla="*/ 142494 h 191071"/>
                <a:gd name="connsiteX15" fmla="*/ 147757 w 987337"/>
                <a:gd name="connsiteY15" fmla="*/ 12954 h 191071"/>
                <a:gd name="connsiteX16" fmla="*/ 189047 w 987337"/>
                <a:gd name="connsiteY16" fmla="*/ 12954 h 191071"/>
                <a:gd name="connsiteX17" fmla="*/ 214146 w 987337"/>
                <a:gd name="connsiteY17" fmla="*/ 26313 h 191071"/>
                <a:gd name="connsiteX18" fmla="*/ 219408 w 987337"/>
                <a:gd name="connsiteY18" fmla="*/ 14168 h 191071"/>
                <a:gd name="connsiteX19" fmla="*/ 231958 w 987337"/>
                <a:gd name="connsiteY19" fmla="*/ 9311 h 191071"/>
                <a:gd name="connsiteX20" fmla="*/ 244912 w 987337"/>
                <a:gd name="connsiteY20" fmla="*/ 14168 h 191071"/>
                <a:gd name="connsiteX21" fmla="*/ 250174 w 987337"/>
                <a:gd name="connsiteY21" fmla="*/ 26313 h 191071"/>
                <a:gd name="connsiteX22" fmla="*/ 244912 w 987337"/>
                <a:gd name="connsiteY22" fmla="*/ 38457 h 191071"/>
                <a:gd name="connsiteX23" fmla="*/ 231958 w 987337"/>
                <a:gd name="connsiteY23" fmla="*/ 43315 h 191071"/>
                <a:gd name="connsiteX24" fmla="*/ 219408 w 987337"/>
                <a:gd name="connsiteY24" fmla="*/ 38457 h 191071"/>
                <a:gd name="connsiteX25" fmla="*/ 214146 w 987337"/>
                <a:gd name="connsiteY25" fmla="*/ 26313 h 191071"/>
                <a:gd name="connsiteX26" fmla="*/ 246936 w 987337"/>
                <a:gd name="connsiteY26" fmla="*/ 62341 h 191071"/>
                <a:gd name="connsiteX27" fmla="*/ 246936 w 987337"/>
                <a:gd name="connsiteY27" fmla="*/ 187833 h 191071"/>
                <a:gd name="connsiteX28" fmla="*/ 217384 w 987337"/>
                <a:gd name="connsiteY28" fmla="*/ 187833 h 191071"/>
                <a:gd name="connsiteX29" fmla="*/ 217384 w 987337"/>
                <a:gd name="connsiteY29" fmla="*/ 62341 h 191071"/>
                <a:gd name="connsiteX30" fmla="*/ 246936 w 987337"/>
                <a:gd name="connsiteY30" fmla="*/ 62341 h 191071"/>
                <a:gd name="connsiteX31" fmla="*/ 336399 w 987337"/>
                <a:gd name="connsiteY31" fmla="*/ 166378 h 191071"/>
                <a:gd name="connsiteX32" fmla="*/ 350973 w 987337"/>
                <a:gd name="connsiteY32" fmla="*/ 163139 h 191071"/>
                <a:gd name="connsiteX33" fmla="*/ 365546 w 987337"/>
                <a:gd name="connsiteY33" fmla="*/ 155043 h 191071"/>
                <a:gd name="connsiteX34" fmla="*/ 365546 w 987337"/>
                <a:gd name="connsiteY34" fmla="*/ 182570 h 191071"/>
                <a:gd name="connsiteX35" fmla="*/ 349353 w 987337"/>
                <a:gd name="connsiteY35" fmla="*/ 188643 h 191071"/>
                <a:gd name="connsiteX36" fmla="*/ 329518 w 987337"/>
                <a:gd name="connsiteY36" fmla="*/ 190667 h 191071"/>
                <a:gd name="connsiteX37" fmla="*/ 284583 w 987337"/>
                <a:gd name="connsiteY37" fmla="*/ 173260 h 191071"/>
                <a:gd name="connsiteX38" fmla="*/ 267177 w 987337"/>
                <a:gd name="connsiteY38" fmla="*/ 128730 h 191071"/>
                <a:gd name="connsiteX39" fmla="*/ 284988 w 987337"/>
                <a:gd name="connsiteY39" fmla="*/ 78938 h 191071"/>
                <a:gd name="connsiteX40" fmla="*/ 335185 w 987337"/>
                <a:gd name="connsiteY40" fmla="*/ 59507 h 191071"/>
                <a:gd name="connsiteX41" fmla="*/ 351782 w 987337"/>
                <a:gd name="connsiteY41" fmla="*/ 61532 h 191071"/>
                <a:gd name="connsiteX42" fmla="*/ 365141 w 987337"/>
                <a:gd name="connsiteY42" fmla="*/ 66389 h 191071"/>
                <a:gd name="connsiteX43" fmla="*/ 365141 w 987337"/>
                <a:gd name="connsiteY43" fmla="*/ 94726 h 191071"/>
                <a:gd name="connsiteX44" fmla="*/ 351377 w 987337"/>
                <a:gd name="connsiteY44" fmla="*/ 87035 h 191071"/>
                <a:gd name="connsiteX45" fmla="*/ 336804 w 987337"/>
                <a:gd name="connsiteY45" fmla="*/ 84201 h 191071"/>
                <a:gd name="connsiteX46" fmla="*/ 308467 w 987337"/>
                <a:gd name="connsiteY46" fmla="*/ 95536 h 191071"/>
                <a:gd name="connsiteX47" fmla="*/ 297942 w 987337"/>
                <a:gd name="connsiteY47" fmla="*/ 126302 h 191071"/>
                <a:gd name="connsiteX48" fmla="*/ 308467 w 987337"/>
                <a:gd name="connsiteY48" fmla="*/ 155853 h 191071"/>
                <a:gd name="connsiteX49" fmla="*/ 336399 w 987337"/>
                <a:gd name="connsiteY49" fmla="*/ 166378 h 191071"/>
                <a:gd name="connsiteX50" fmla="*/ 449342 w 987337"/>
                <a:gd name="connsiteY50" fmla="*/ 60317 h 191071"/>
                <a:gd name="connsiteX51" fmla="*/ 455819 w 987337"/>
                <a:gd name="connsiteY51" fmla="*/ 60722 h 191071"/>
                <a:gd name="connsiteX52" fmla="*/ 460677 w 987337"/>
                <a:gd name="connsiteY52" fmla="*/ 61936 h 191071"/>
                <a:gd name="connsiteX53" fmla="*/ 460677 w 987337"/>
                <a:gd name="connsiteY53" fmla="*/ 91892 h 191071"/>
                <a:gd name="connsiteX54" fmla="*/ 453795 w 987337"/>
                <a:gd name="connsiteY54" fmla="*/ 88654 h 191071"/>
                <a:gd name="connsiteX55" fmla="*/ 442865 w 987337"/>
                <a:gd name="connsiteY55" fmla="*/ 87035 h 191071"/>
                <a:gd name="connsiteX56" fmla="*/ 424648 w 987337"/>
                <a:gd name="connsiteY56" fmla="*/ 96345 h 191071"/>
                <a:gd name="connsiteX57" fmla="*/ 416957 w 987337"/>
                <a:gd name="connsiteY57" fmla="*/ 124682 h 191071"/>
                <a:gd name="connsiteX58" fmla="*/ 416957 w 987337"/>
                <a:gd name="connsiteY58" fmla="*/ 187833 h 191071"/>
                <a:gd name="connsiteX59" fmla="*/ 387406 w 987337"/>
                <a:gd name="connsiteY59" fmla="*/ 187833 h 191071"/>
                <a:gd name="connsiteX60" fmla="*/ 387406 w 987337"/>
                <a:gd name="connsiteY60" fmla="*/ 62341 h 191071"/>
                <a:gd name="connsiteX61" fmla="*/ 416957 w 987337"/>
                <a:gd name="connsiteY61" fmla="*/ 62341 h 191071"/>
                <a:gd name="connsiteX62" fmla="*/ 416957 w 987337"/>
                <a:gd name="connsiteY62" fmla="*/ 82177 h 191071"/>
                <a:gd name="connsiteX63" fmla="*/ 417362 w 987337"/>
                <a:gd name="connsiteY63" fmla="*/ 82177 h 191071"/>
                <a:gd name="connsiteX64" fmla="*/ 429506 w 987337"/>
                <a:gd name="connsiteY64" fmla="*/ 65984 h 191071"/>
                <a:gd name="connsiteX65" fmla="*/ 449342 w 987337"/>
                <a:gd name="connsiteY65" fmla="*/ 60317 h 191071"/>
                <a:gd name="connsiteX66" fmla="*/ 462296 w 987337"/>
                <a:gd name="connsiteY66" fmla="*/ 127111 h 191071"/>
                <a:gd name="connsiteX67" fmla="*/ 479703 w 987337"/>
                <a:gd name="connsiteY67" fmla="*/ 77724 h 191071"/>
                <a:gd name="connsiteX68" fmla="*/ 528280 w 987337"/>
                <a:gd name="connsiteY68" fmla="*/ 59507 h 191071"/>
                <a:gd name="connsiteX69" fmla="*/ 574024 w 987337"/>
                <a:gd name="connsiteY69" fmla="*/ 76914 h 191071"/>
                <a:gd name="connsiteX70" fmla="*/ 590622 w 987337"/>
                <a:gd name="connsiteY70" fmla="*/ 124277 h 191071"/>
                <a:gd name="connsiteX71" fmla="*/ 573215 w 987337"/>
                <a:gd name="connsiteY71" fmla="*/ 172855 h 191071"/>
                <a:gd name="connsiteX72" fmla="*/ 525447 w 987337"/>
                <a:gd name="connsiteY72" fmla="*/ 191072 h 191071"/>
                <a:gd name="connsiteX73" fmla="*/ 479298 w 987337"/>
                <a:gd name="connsiteY73" fmla="*/ 174069 h 191071"/>
                <a:gd name="connsiteX74" fmla="*/ 462296 w 987337"/>
                <a:gd name="connsiteY74" fmla="*/ 127111 h 191071"/>
                <a:gd name="connsiteX75" fmla="*/ 493062 w 987337"/>
                <a:gd name="connsiteY75" fmla="*/ 125897 h 191071"/>
                <a:gd name="connsiteX76" fmla="*/ 501968 w 987337"/>
                <a:gd name="connsiteY76" fmla="*/ 155853 h 191071"/>
                <a:gd name="connsiteX77" fmla="*/ 527471 w 987337"/>
                <a:gd name="connsiteY77" fmla="*/ 166378 h 191071"/>
                <a:gd name="connsiteX78" fmla="*/ 552164 w 987337"/>
                <a:gd name="connsiteY78" fmla="*/ 155853 h 191071"/>
                <a:gd name="connsiteX79" fmla="*/ 560666 w 987337"/>
                <a:gd name="connsiteY79" fmla="*/ 125087 h 191071"/>
                <a:gd name="connsiteX80" fmla="*/ 552164 w 987337"/>
                <a:gd name="connsiteY80" fmla="*/ 94321 h 191071"/>
                <a:gd name="connsiteX81" fmla="*/ 527876 w 987337"/>
                <a:gd name="connsiteY81" fmla="*/ 83796 h 191071"/>
                <a:gd name="connsiteX82" fmla="*/ 502777 w 987337"/>
                <a:gd name="connsiteY82" fmla="*/ 94726 h 191071"/>
                <a:gd name="connsiteX83" fmla="*/ 493062 w 987337"/>
                <a:gd name="connsiteY83" fmla="*/ 125897 h 191071"/>
                <a:gd name="connsiteX84" fmla="*/ 634746 w 987337"/>
                <a:gd name="connsiteY84" fmla="*/ 95536 h 191071"/>
                <a:gd name="connsiteX85" fmla="*/ 638794 w 987337"/>
                <a:gd name="connsiteY85" fmla="*/ 105656 h 191071"/>
                <a:gd name="connsiteX86" fmla="*/ 656606 w 987337"/>
                <a:gd name="connsiteY86" fmla="*/ 114562 h 191071"/>
                <a:gd name="connsiteX87" fmla="*/ 681300 w 987337"/>
                <a:gd name="connsiteY87" fmla="*/ 130350 h 191071"/>
                <a:gd name="connsiteX88" fmla="*/ 688586 w 987337"/>
                <a:gd name="connsiteY88" fmla="*/ 151805 h 191071"/>
                <a:gd name="connsiteX89" fmla="*/ 674823 w 987337"/>
                <a:gd name="connsiteY89" fmla="*/ 180142 h 191071"/>
                <a:gd name="connsiteX90" fmla="*/ 637985 w 987337"/>
                <a:gd name="connsiteY90" fmla="*/ 190667 h 191071"/>
                <a:gd name="connsiteX91" fmla="*/ 620578 w 987337"/>
                <a:gd name="connsiteY91" fmla="*/ 188643 h 191071"/>
                <a:gd name="connsiteX92" fmla="*/ 604385 w 987337"/>
                <a:gd name="connsiteY92" fmla="*/ 183785 h 191071"/>
                <a:gd name="connsiteX93" fmla="*/ 604385 w 987337"/>
                <a:gd name="connsiteY93" fmla="*/ 154638 h 191071"/>
                <a:gd name="connsiteX94" fmla="*/ 621792 w 987337"/>
                <a:gd name="connsiteY94" fmla="*/ 163544 h 191071"/>
                <a:gd name="connsiteX95" fmla="*/ 638794 w 987337"/>
                <a:gd name="connsiteY95" fmla="*/ 166783 h 191071"/>
                <a:gd name="connsiteX96" fmla="*/ 653368 w 987337"/>
                <a:gd name="connsiteY96" fmla="*/ 163949 h 191071"/>
                <a:gd name="connsiteX97" fmla="*/ 658225 w 987337"/>
                <a:gd name="connsiteY97" fmla="*/ 154638 h 191071"/>
                <a:gd name="connsiteX98" fmla="*/ 653368 w 987337"/>
                <a:gd name="connsiteY98" fmla="*/ 144113 h 191071"/>
                <a:gd name="connsiteX99" fmla="*/ 634746 w 987337"/>
                <a:gd name="connsiteY99" fmla="*/ 134398 h 191071"/>
                <a:gd name="connsiteX100" fmla="*/ 611672 w 987337"/>
                <a:gd name="connsiteY100" fmla="*/ 119015 h 191071"/>
                <a:gd name="connsiteX101" fmla="*/ 604790 w 987337"/>
                <a:gd name="connsiteY101" fmla="*/ 97155 h 191071"/>
                <a:gd name="connsiteX102" fmla="*/ 618149 w 987337"/>
                <a:gd name="connsiteY102" fmla="*/ 69223 h 191071"/>
                <a:gd name="connsiteX103" fmla="*/ 652963 w 987337"/>
                <a:gd name="connsiteY103" fmla="*/ 58293 h 191071"/>
                <a:gd name="connsiteX104" fmla="*/ 667536 w 987337"/>
                <a:gd name="connsiteY104" fmla="*/ 59912 h 191071"/>
                <a:gd name="connsiteX105" fmla="*/ 681300 w 987337"/>
                <a:gd name="connsiteY105" fmla="*/ 63556 h 191071"/>
                <a:gd name="connsiteX106" fmla="*/ 681300 w 987337"/>
                <a:gd name="connsiteY106" fmla="*/ 92297 h 191071"/>
                <a:gd name="connsiteX107" fmla="*/ 667536 w 987337"/>
                <a:gd name="connsiteY107" fmla="*/ 85415 h 191071"/>
                <a:gd name="connsiteX108" fmla="*/ 652153 w 987337"/>
                <a:gd name="connsiteY108" fmla="*/ 82582 h 191071"/>
                <a:gd name="connsiteX109" fmla="*/ 639199 w 987337"/>
                <a:gd name="connsiteY109" fmla="*/ 85820 h 191071"/>
                <a:gd name="connsiteX110" fmla="*/ 634746 w 987337"/>
                <a:gd name="connsiteY110" fmla="*/ 95536 h 191071"/>
                <a:gd name="connsiteX111" fmla="*/ 701135 w 987337"/>
                <a:gd name="connsiteY111" fmla="*/ 127111 h 191071"/>
                <a:gd name="connsiteX112" fmla="*/ 718542 w 987337"/>
                <a:gd name="connsiteY112" fmla="*/ 77724 h 191071"/>
                <a:gd name="connsiteX113" fmla="*/ 767120 w 987337"/>
                <a:gd name="connsiteY113" fmla="*/ 59507 h 191071"/>
                <a:gd name="connsiteX114" fmla="*/ 812863 w 987337"/>
                <a:gd name="connsiteY114" fmla="*/ 76914 h 191071"/>
                <a:gd name="connsiteX115" fmla="*/ 829461 w 987337"/>
                <a:gd name="connsiteY115" fmla="*/ 124277 h 191071"/>
                <a:gd name="connsiteX116" fmla="*/ 812054 w 987337"/>
                <a:gd name="connsiteY116" fmla="*/ 172855 h 191071"/>
                <a:gd name="connsiteX117" fmla="*/ 764286 w 987337"/>
                <a:gd name="connsiteY117" fmla="*/ 191072 h 191071"/>
                <a:gd name="connsiteX118" fmla="*/ 718138 w 987337"/>
                <a:gd name="connsiteY118" fmla="*/ 174069 h 191071"/>
                <a:gd name="connsiteX119" fmla="*/ 701135 w 987337"/>
                <a:gd name="connsiteY119" fmla="*/ 127111 h 191071"/>
                <a:gd name="connsiteX120" fmla="*/ 731901 w 987337"/>
                <a:gd name="connsiteY120" fmla="*/ 125897 h 191071"/>
                <a:gd name="connsiteX121" fmla="*/ 740807 w 987337"/>
                <a:gd name="connsiteY121" fmla="*/ 155853 h 191071"/>
                <a:gd name="connsiteX122" fmla="*/ 766310 w 987337"/>
                <a:gd name="connsiteY122" fmla="*/ 166378 h 191071"/>
                <a:gd name="connsiteX123" fmla="*/ 791004 w 987337"/>
                <a:gd name="connsiteY123" fmla="*/ 155853 h 191071"/>
                <a:gd name="connsiteX124" fmla="*/ 799505 w 987337"/>
                <a:gd name="connsiteY124" fmla="*/ 125087 h 191071"/>
                <a:gd name="connsiteX125" fmla="*/ 791004 w 987337"/>
                <a:gd name="connsiteY125" fmla="*/ 94321 h 191071"/>
                <a:gd name="connsiteX126" fmla="*/ 766715 w 987337"/>
                <a:gd name="connsiteY126" fmla="*/ 83796 h 191071"/>
                <a:gd name="connsiteX127" fmla="*/ 741617 w 987337"/>
                <a:gd name="connsiteY127" fmla="*/ 94726 h 191071"/>
                <a:gd name="connsiteX128" fmla="*/ 731901 w 987337"/>
                <a:gd name="connsiteY128" fmla="*/ 125897 h 191071"/>
                <a:gd name="connsiteX129" fmla="*/ 927830 w 987337"/>
                <a:gd name="connsiteY129" fmla="*/ 86630 h 191071"/>
                <a:gd name="connsiteX130" fmla="*/ 883706 w 987337"/>
                <a:gd name="connsiteY130" fmla="*/ 86630 h 191071"/>
                <a:gd name="connsiteX131" fmla="*/ 883706 w 987337"/>
                <a:gd name="connsiteY131" fmla="*/ 187833 h 191071"/>
                <a:gd name="connsiteX132" fmla="*/ 853750 w 987337"/>
                <a:gd name="connsiteY132" fmla="*/ 187833 h 191071"/>
                <a:gd name="connsiteX133" fmla="*/ 853750 w 987337"/>
                <a:gd name="connsiteY133" fmla="*/ 86630 h 191071"/>
                <a:gd name="connsiteX134" fmla="*/ 832699 w 987337"/>
                <a:gd name="connsiteY134" fmla="*/ 86630 h 191071"/>
                <a:gd name="connsiteX135" fmla="*/ 832699 w 987337"/>
                <a:gd name="connsiteY135" fmla="*/ 62341 h 191071"/>
                <a:gd name="connsiteX136" fmla="*/ 853750 w 987337"/>
                <a:gd name="connsiteY136" fmla="*/ 62341 h 191071"/>
                <a:gd name="connsiteX137" fmla="*/ 853750 w 987337"/>
                <a:gd name="connsiteY137" fmla="*/ 44934 h 191071"/>
                <a:gd name="connsiteX138" fmla="*/ 866704 w 987337"/>
                <a:gd name="connsiteY138" fmla="*/ 12549 h 191071"/>
                <a:gd name="connsiteX139" fmla="*/ 899494 w 987337"/>
                <a:gd name="connsiteY139" fmla="*/ 0 h 191071"/>
                <a:gd name="connsiteX140" fmla="*/ 909209 w 987337"/>
                <a:gd name="connsiteY140" fmla="*/ 405 h 191071"/>
                <a:gd name="connsiteX141" fmla="*/ 916496 w 987337"/>
                <a:gd name="connsiteY141" fmla="*/ 2024 h 191071"/>
                <a:gd name="connsiteX142" fmla="*/ 916496 w 987337"/>
                <a:gd name="connsiteY142" fmla="*/ 27527 h 191071"/>
                <a:gd name="connsiteX143" fmla="*/ 911233 w 987337"/>
                <a:gd name="connsiteY143" fmla="*/ 25503 h 191071"/>
                <a:gd name="connsiteX144" fmla="*/ 902732 w 987337"/>
                <a:gd name="connsiteY144" fmla="*/ 24289 h 191071"/>
                <a:gd name="connsiteX145" fmla="*/ 888564 w 987337"/>
                <a:gd name="connsiteY145" fmla="*/ 29956 h 191071"/>
                <a:gd name="connsiteX146" fmla="*/ 883706 w 987337"/>
                <a:gd name="connsiteY146" fmla="*/ 46958 h 191071"/>
                <a:gd name="connsiteX147" fmla="*/ 883706 w 987337"/>
                <a:gd name="connsiteY147" fmla="*/ 61936 h 191071"/>
                <a:gd name="connsiteX148" fmla="*/ 927830 w 987337"/>
                <a:gd name="connsiteY148" fmla="*/ 61936 h 191071"/>
                <a:gd name="connsiteX149" fmla="*/ 927830 w 987337"/>
                <a:gd name="connsiteY149" fmla="*/ 33599 h 191071"/>
                <a:gd name="connsiteX150" fmla="*/ 957382 w 987337"/>
                <a:gd name="connsiteY150" fmla="*/ 24693 h 191071"/>
                <a:gd name="connsiteX151" fmla="*/ 957382 w 987337"/>
                <a:gd name="connsiteY151" fmla="*/ 61936 h 191071"/>
                <a:gd name="connsiteX152" fmla="*/ 987338 w 987337"/>
                <a:gd name="connsiteY152" fmla="*/ 61936 h 191071"/>
                <a:gd name="connsiteX153" fmla="*/ 987338 w 987337"/>
                <a:gd name="connsiteY153" fmla="*/ 86225 h 191071"/>
                <a:gd name="connsiteX154" fmla="*/ 957382 w 987337"/>
                <a:gd name="connsiteY154" fmla="*/ 86225 h 191071"/>
                <a:gd name="connsiteX155" fmla="*/ 957382 w 987337"/>
                <a:gd name="connsiteY155" fmla="*/ 144923 h 191071"/>
                <a:gd name="connsiteX156" fmla="*/ 961430 w 987337"/>
                <a:gd name="connsiteY156" fmla="*/ 161115 h 191071"/>
                <a:gd name="connsiteX157" fmla="*/ 974788 w 987337"/>
                <a:gd name="connsiteY157" fmla="*/ 165973 h 191071"/>
                <a:gd name="connsiteX158" fmla="*/ 980861 w 987337"/>
                <a:gd name="connsiteY158" fmla="*/ 164759 h 191071"/>
                <a:gd name="connsiteX159" fmla="*/ 986933 w 987337"/>
                <a:gd name="connsiteY159" fmla="*/ 161925 h 191071"/>
                <a:gd name="connsiteX160" fmla="*/ 986933 w 987337"/>
                <a:gd name="connsiteY160" fmla="*/ 186214 h 191071"/>
                <a:gd name="connsiteX161" fmla="*/ 977622 w 987337"/>
                <a:gd name="connsiteY161" fmla="*/ 189047 h 191071"/>
                <a:gd name="connsiteX162" fmla="*/ 964668 w 987337"/>
                <a:gd name="connsiteY162" fmla="*/ 190262 h 191071"/>
                <a:gd name="connsiteX163" fmla="*/ 936736 w 987337"/>
                <a:gd name="connsiteY163" fmla="*/ 180546 h 191071"/>
                <a:gd name="connsiteX164" fmla="*/ 927426 w 987337"/>
                <a:gd name="connsiteY164" fmla="*/ 150590 h 191071"/>
                <a:gd name="connsiteX165" fmla="*/ 927830 w 987337"/>
                <a:gd name="connsiteY165" fmla="*/ 86630 h 191071"/>
                <a:gd name="connsiteX166" fmla="*/ 927830 w 987337"/>
                <a:gd name="connsiteY166" fmla="*/ 86630 h 191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</a:cxnLst>
              <a:rect l="l" t="t" r="r" b="b"/>
              <a:pathLst>
                <a:path w="987337" h="191071">
                  <a:moveTo>
                    <a:pt x="189047" y="12954"/>
                  </a:moveTo>
                  <a:lnTo>
                    <a:pt x="189047" y="187833"/>
                  </a:lnTo>
                  <a:lnTo>
                    <a:pt x="158687" y="187833"/>
                  </a:lnTo>
                  <a:lnTo>
                    <a:pt x="158687" y="50602"/>
                  </a:lnTo>
                  <a:lnTo>
                    <a:pt x="158282" y="50602"/>
                  </a:lnTo>
                  <a:lnTo>
                    <a:pt x="104037" y="187833"/>
                  </a:lnTo>
                  <a:lnTo>
                    <a:pt x="83796" y="187833"/>
                  </a:lnTo>
                  <a:lnTo>
                    <a:pt x="28337" y="50602"/>
                  </a:lnTo>
                  <a:lnTo>
                    <a:pt x="27932" y="50602"/>
                  </a:lnTo>
                  <a:lnTo>
                    <a:pt x="27932" y="187833"/>
                  </a:lnTo>
                  <a:lnTo>
                    <a:pt x="0" y="187833"/>
                  </a:lnTo>
                  <a:lnTo>
                    <a:pt x="0" y="12954"/>
                  </a:lnTo>
                  <a:lnTo>
                    <a:pt x="43720" y="12954"/>
                  </a:lnTo>
                  <a:lnTo>
                    <a:pt x="93917" y="142494"/>
                  </a:lnTo>
                  <a:lnTo>
                    <a:pt x="94726" y="142494"/>
                  </a:lnTo>
                  <a:lnTo>
                    <a:pt x="147757" y="12954"/>
                  </a:lnTo>
                  <a:cubicBezTo>
                    <a:pt x="147757" y="12954"/>
                    <a:pt x="189047" y="12954"/>
                    <a:pt x="189047" y="12954"/>
                  </a:cubicBezTo>
                  <a:close/>
                  <a:moveTo>
                    <a:pt x="214146" y="26313"/>
                  </a:moveTo>
                  <a:cubicBezTo>
                    <a:pt x="214146" y="21455"/>
                    <a:pt x="215765" y="17407"/>
                    <a:pt x="219408" y="14168"/>
                  </a:cubicBezTo>
                  <a:cubicBezTo>
                    <a:pt x="223052" y="10930"/>
                    <a:pt x="227100" y="9311"/>
                    <a:pt x="231958" y="9311"/>
                  </a:cubicBezTo>
                  <a:cubicBezTo>
                    <a:pt x="237220" y="9311"/>
                    <a:pt x="241673" y="10930"/>
                    <a:pt x="244912" y="14168"/>
                  </a:cubicBezTo>
                  <a:cubicBezTo>
                    <a:pt x="248150" y="17407"/>
                    <a:pt x="250174" y="21455"/>
                    <a:pt x="250174" y="26313"/>
                  </a:cubicBezTo>
                  <a:cubicBezTo>
                    <a:pt x="250174" y="31171"/>
                    <a:pt x="248555" y="35219"/>
                    <a:pt x="244912" y="38457"/>
                  </a:cubicBezTo>
                  <a:cubicBezTo>
                    <a:pt x="241268" y="41696"/>
                    <a:pt x="237220" y="43315"/>
                    <a:pt x="231958" y="43315"/>
                  </a:cubicBezTo>
                  <a:cubicBezTo>
                    <a:pt x="226695" y="43315"/>
                    <a:pt x="222647" y="41696"/>
                    <a:pt x="219408" y="38457"/>
                  </a:cubicBezTo>
                  <a:cubicBezTo>
                    <a:pt x="216170" y="34814"/>
                    <a:pt x="214146" y="30766"/>
                    <a:pt x="214146" y="26313"/>
                  </a:cubicBezTo>
                  <a:close/>
                  <a:moveTo>
                    <a:pt x="246936" y="62341"/>
                  </a:moveTo>
                  <a:lnTo>
                    <a:pt x="246936" y="187833"/>
                  </a:lnTo>
                  <a:lnTo>
                    <a:pt x="217384" y="187833"/>
                  </a:lnTo>
                  <a:lnTo>
                    <a:pt x="217384" y="62341"/>
                  </a:lnTo>
                  <a:cubicBezTo>
                    <a:pt x="217384" y="62341"/>
                    <a:pt x="246936" y="62341"/>
                    <a:pt x="246936" y="62341"/>
                  </a:cubicBezTo>
                  <a:close/>
                  <a:moveTo>
                    <a:pt x="336399" y="166378"/>
                  </a:moveTo>
                  <a:cubicBezTo>
                    <a:pt x="340852" y="166378"/>
                    <a:pt x="345710" y="165568"/>
                    <a:pt x="350973" y="163139"/>
                  </a:cubicBezTo>
                  <a:cubicBezTo>
                    <a:pt x="356235" y="161115"/>
                    <a:pt x="361093" y="158282"/>
                    <a:pt x="365546" y="155043"/>
                  </a:cubicBezTo>
                  <a:lnTo>
                    <a:pt x="365546" y="182570"/>
                  </a:lnTo>
                  <a:cubicBezTo>
                    <a:pt x="360688" y="185404"/>
                    <a:pt x="355426" y="187428"/>
                    <a:pt x="349353" y="188643"/>
                  </a:cubicBezTo>
                  <a:cubicBezTo>
                    <a:pt x="343281" y="189857"/>
                    <a:pt x="336804" y="190667"/>
                    <a:pt x="329518" y="190667"/>
                  </a:cubicBezTo>
                  <a:cubicBezTo>
                    <a:pt x="310896" y="190667"/>
                    <a:pt x="295918" y="184999"/>
                    <a:pt x="284583" y="173260"/>
                  </a:cubicBezTo>
                  <a:cubicBezTo>
                    <a:pt x="272844" y="161520"/>
                    <a:pt x="267177" y="146542"/>
                    <a:pt x="267177" y="128730"/>
                  </a:cubicBezTo>
                  <a:cubicBezTo>
                    <a:pt x="267177" y="108490"/>
                    <a:pt x="273249" y="91892"/>
                    <a:pt x="284988" y="78938"/>
                  </a:cubicBezTo>
                  <a:cubicBezTo>
                    <a:pt x="296728" y="65984"/>
                    <a:pt x="313325" y="59507"/>
                    <a:pt x="335185" y="59507"/>
                  </a:cubicBezTo>
                  <a:cubicBezTo>
                    <a:pt x="340852" y="59507"/>
                    <a:pt x="346520" y="60317"/>
                    <a:pt x="351782" y="61532"/>
                  </a:cubicBezTo>
                  <a:cubicBezTo>
                    <a:pt x="357450" y="62746"/>
                    <a:pt x="361902" y="64770"/>
                    <a:pt x="365141" y="66389"/>
                  </a:cubicBezTo>
                  <a:lnTo>
                    <a:pt x="365141" y="94726"/>
                  </a:lnTo>
                  <a:cubicBezTo>
                    <a:pt x="360688" y="91488"/>
                    <a:pt x="355830" y="88654"/>
                    <a:pt x="351377" y="87035"/>
                  </a:cubicBezTo>
                  <a:cubicBezTo>
                    <a:pt x="346520" y="85415"/>
                    <a:pt x="341662" y="84201"/>
                    <a:pt x="336804" y="84201"/>
                  </a:cubicBezTo>
                  <a:cubicBezTo>
                    <a:pt x="325065" y="84201"/>
                    <a:pt x="315754" y="87844"/>
                    <a:pt x="308467" y="95536"/>
                  </a:cubicBezTo>
                  <a:cubicBezTo>
                    <a:pt x="301181" y="103227"/>
                    <a:pt x="297942" y="113348"/>
                    <a:pt x="297942" y="126302"/>
                  </a:cubicBezTo>
                  <a:cubicBezTo>
                    <a:pt x="297942" y="138851"/>
                    <a:pt x="301585" y="148971"/>
                    <a:pt x="308467" y="155853"/>
                  </a:cubicBezTo>
                  <a:cubicBezTo>
                    <a:pt x="315349" y="162735"/>
                    <a:pt x="324660" y="166378"/>
                    <a:pt x="336399" y="166378"/>
                  </a:cubicBezTo>
                  <a:close/>
                  <a:moveTo>
                    <a:pt x="449342" y="60317"/>
                  </a:moveTo>
                  <a:cubicBezTo>
                    <a:pt x="451771" y="60317"/>
                    <a:pt x="453795" y="60317"/>
                    <a:pt x="455819" y="60722"/>
                  </a:cubicBezTo>
                  <a:cubicBezTo>
                    <a:pt x="457843" y="61127"/>
                    <a:pt x="459462" y="61532"/>
                    <a:pt x="460677" y="61936"/>
                  </a:cubicBezTo>
                  <a:lnTo>
                    <a:pt x="460677" y="91892"/>
                  </a:lnTo>
                  <a:cubicBezTo>
                    <a:pt x="459057" y="90678"/>
                    <a:pt x="457033" y="89463"/>
                    <a:pt x="453795" y="88654"/>
                  </a:cubicBezTo>
                  <a:cubicBezTo>
                    <a:pt x="450557" y="87844"/>
                    <a:pt x="447318" y="87035"/>
                    <a:pt x="442865" y="87035"/>
                  </a:cubicBezTo>
                  <a:cubicBezTo>
                    <a:pt x="435578" y="87035"/>
                    <a:pt x="429506" y="90273"/>
                    <a:pt x="424648" y="96345"/>
                  </a:cubicBezTo>
                  <a:cubicBezTo>
                    <a:pt x="419791" y="102418"/>
                    <a:pt x="416957" y="111728"/>
                    <a:pt x="416957" y="124682"/>
                  </a:cubicBezTo>
                  <a:lnTo>
                    <a:pt x="416957" y="187833"/>
                  </a:lnTo>
                  <a:lnTo>
                    <a:pt x="387406" y="187833"/>
                  </a:lnTo>
                  <a:lnTo>
                    <a:pt x="387406" y="62341"/>
                  </a:lnTo>
                  <a:lnTo>
                    <a:pt x="416957" y="62341"/>
                  </a:lnTo>
                  <a:lnTo>
                    <a:pt x="416957" y="82177"/>
                  </a:lnTo>
                  <a:lnTo>
                    <a:pt x="417362" y="82177"/>
                  </a:lnTo>
                  <a:cubicBezTo>
                    <a:pt x="420196" y="75295"/>
                    <a:pt x="424244" y="70033"/>
                    <a:pt x="429506" y="65984"/>
                  </a:cubicBezTo>
                  <a:cubicBezTo>
                    <a:pt x="435174" y="62341"/>
                    <a:pt x="441651" y="60317"/>
                    <a:pt x="449342" y="60317"/>
                  </a:cubicBezTo>
                  <a:close/>
                  <a:moveTo>
                    <a:pt x="462296" y="127111"/>
                  </a:moveTo>
                  <a:cubicBezTo>
                    <a:pt x="462296" y="106466"/>
                    <a:pt x="468368" y="89868"/>
                    <a:pt x="479703" y="77724"/>
                  </a:cubicBezTo>
                  <a:cubicBezTo>
                    <a:pt x="491442" y="65580"/>
                    <a:pt x="507635" y="59507"/>
                    <a:pt x="528280" y="59507"/>
                  </a:cubicBezTo>
                  <a:cubicBezTo>
                    <a:pt x="547712" y="59507"/>
                    <a:pt x="563094" y="65175"/>
                    <a:pt x="574024" y="76914"/>
                  </a:cubicBezTo>
                  <a:cubicBezTo>
                    <a:pt x="584954" y="88654"/>
                    <a:pt x="590622" y="104442"/>
                    <a:pt x="590622" y="124277"/>
                  </a:cubicBezTo>
                  <a:cubicBezTo>
                    <a:pt x="590622" y="144518"/>
                    <a:pt x="584549" y="160711"/>
                    <a:pt x="573215" y="172855"/>
                  </a:cubicBezTo>
                  <a:cubicBezTo>
                    <a:pt x="561475" y="184999"/>
                    <a:pt x="545687" y="191072"/>
                    <a:pt x="525447" y="191072"/>
                  </a:cubicBezTo>
                  <a:cubicBezTo>
                    <a:pt x="506016" y="191072"/>
                    <a:pt x="490633" y="185404"/>
                    <a:pt x="479298" y="174069"/>
                  </a:cubicBezTo>
                  <a:cubicBezTo>
                    <a:pt x="467963" y="162330"/>
                    <a:pt x="462296" y="146542"/>
                    <a:pt x="462296" y="127111"/>
                  </a:cubicBezTo>
                  <a:close/>
                  <a:moveTo>
                    <a:pt x="493062" y="125897"/>
                  </a:moveTo>
                  <a:cubicBezTo>
                    <a:pt x="493062" y="138851"/>
                    <a:pt x="495895" y="148971"/>
                    <a:pt x="501968" y="155853"/>
                  </a:cubicBezTo>
                  <a:cubicBezTo>
                    <a:pt x="508040" y="162735"/>
                    <a:pt x="516541" y="166378"/>
                    <a:pt x="527471" y="166378"/>
                  </a:cubicBezTo>
                  <a:cubicBezTo>
                    <a:pt x="537996" y="166378"/>
                    <a:pt x="546497" y="163139"/>
                    <a:pt x="552164" y="155853"/>
                  </a:cubicBezTo>
                  <a:cubicBezTo>
                    <a:pt x="557832" y="148971"/>
                    <a:pt x="560666" y="138851"/>
                    <a:pt x="560666" y="125087"/>
                  </a:cubicBezTo>
                  <a:cubicBezTo>
                    <a:pt x="560666" y="111728"/>
                    <a:pt x="557832" y="101608"/>
                    <a:pt x="552164" y="94321"/>
                  </a:cubicBezTo>
                  <a:cubicBezTo>
                    <a:pt x="546497" y="87439"/>
                    <a:pt x="537996" y="83796"/>
                    <a:pt x="527876" y="83796"/>
                  </a:cubicBezTo>
                  <a:cubicBezTo>
                    <a:pt x="516946" y="83796"/>
                    <a:pt x="508849" y="87439"/>
                    <a:pt x="502777" y="94726"/>
                  </a:cubicBezTo>
                  <a:cubicBezTo>
                    <a:pt x="495895" y="102418"/>
                    <a:pt x="493062" y="112538"/>
                    <a:pt x="493062" y="125897"/>
                  </a:cubicBezTo>
                  <a:close/>
                  <a:moveTo>
                    <a:pt x="634746" y="95536"/>
                  </a:moveTo>
                  <a:cubicBezTo>
                    <a:pt x="634746" y="99584"/>
                    <a:pt x="635961" y="103227"/>
                    <a:pt x="638794" y="105656"/>
                  </a:cubicBezTo>
                  <a:cubicBezTo>
                    <a:pt x="641628" y="108085"/>
                    <a:pt x="647295" y="110919"/>
                    <a:pt x="656606" y="114562"/>
                  </a:cubicBezTo>
                  <a:cubicBezTo>
                    <a:pt x="668345" y="119420"/>
                    <a:pt x="676847" y="124682"/>
                    <a:pt x="681300" y="130350"/>
                  </a:cubicBezTo>
                  <a:cubicBezTo>
                    <a:pt x="686157" y="136422"/>
                    <a:pt x="688586" y="143304"/>
                    <a:pt x="688586" y="151805"/>
                  </a:cubicBezTo>
                  <a:cubicBezTo>
                    <a:pt x="688586" y="163544"/>
                    <a:pt x="684133" y="172855"/>
                    <a:pt x="674823" y="180142"/>
                  </a:cubicBezTo>
                  <a:cubicBezTo>
                    <a:pt x="665917" y="187428"/>
                    <a:pt x="653368" y="190667"/>
                    <a:pt x="637985" y="190667"/>
                  </a:cubicBezTo>
                  <a:cubicBezTo>
                    <a:pt x="632722" y="190667"/>
                    <a:pt x="627055" y="189857"/>
                    <a:pt x="620578" y="188643"/>
                  </a:cubicBezTo>
                  <a:cubicBezTo>
                    <a:pt x="614101" y="187428"/>
                    <a:pt x="608838" y="185809"/>
                    <a:pt x="604385" y="183785"/>
                  </a:cubicBezTo>
                  <a:lnTo>
                    <a:pt x="604385" y="154638"/>
                  </a:lnTo>
                  <a:cubicBezTo>
                    <a:pt x="609648" y="158282"/>
                    <a:pt x="615720" y="161520"/>
                    <a:pt x="621792" y="163544"/>
                  </a:cubicBezTo>
                  <a:cubicBezTo>
                    <a:pt x="627864" y="165568"/>
                    <a:pt x="633532" y="166783"/>
                    <a:pt x="638794" y="166783"/>
                  </a:cubicBezTo>
                  <a:cubicBezTo>
                    <a:pt x="645271" y="166783"/>
                    <a:pt x="650534" y="165973"/>
                    <a:pt x="653368" y="163949"/>
                  </a:cubicBezTo>
                  <a:cubicBezTo>
                    <a:pt x="656606" y="161925"/>
                    <a:pt x="658225" y="159091"/>
                    <a:pt x="658225" y="154638"/>
                  </a:cubicBezTo>
                  <a:cubicBezTo>
                    <a:pt x="658225" y="150590"/>
                    <a:pt x="656606" y="147352"/>
                    <a:pt x="653368" y="144113"/>
                  </a:cubicBezTo>
                  <a:cubicBezTo>
                    <a:pt x="650129" y="141280"/>
                    <a:pt x="643652" y="138041"/>
                    <a:pt x="634746" y="134398"/>
                  </a:cubicBezTo>
                  <a:cubicBezTo>
                    <a:pt x="623816" y="129945"/>
                    <a:pt x="616125" y="124682"/>
                    <a:pt x="611672" y="119015"/>
                  </a:cubicBezTo>
                  <a:cubicBezTo>
                    <a:pt x="607219" y="113348"/>
                    <a:pt x="604790" y="106061"/>
                    <a:pt x="604790" y="97155"/>
                  </a:cubicBezTo>
                  <a:cubicBezTo>
                    <a:pt x="604790" y="85820"/>
                    <a:pt x="609243" y="76510"/>
                    <a:pt x="618149" y="69223"/>
                  </a:cubicBezTo>
                  <a:cubicBezTo>
                    <a:pt x="627055" y="61936"/>
                    <a:pt x="638794" y="58293"/>
                    <a:pt x="652963" y="58293"/>
                  </a:cubicBezTo>
                  <a:cubicBezTo>
                    <a:pt x="657416" y="58293"/>
                    <a:pt x="662273" y="58698"/>
                    <a:pt x="667536" y="59912"/>
                  </a:cubicBezTo>
                  <a:cubicBezTo>
                    <a:pt x="672799" y="61127"/>
                    <a:pt x="677656" y="62341"/>
                    <a:pt x="681300" y="63556"/>
                  </a:cubicBezTo>
                  <a:lnTo>
                    <a:pt x="681300" y="92297"/>
                  </a:lnTo>
                  <a:cubicBezTo>
                    <a:pt x="677252" y="89868"/>
                    <a:pt x="672798" y="87439"/>
                    <a:pt x="667536" y="85415"/>
                  </a:cubicBezTo>
                  <a:cubicBezTo>
                    <a:pt x="662273" y="83391"/>
                    <a:pt x="657011" y="82582"/>
                    <a:pt x="652153" y="82582"/>
                  </a:cubicBezTo>
                  <a:cubicBezTo>
                    <a:pt x="646486" y="82582"/>
                    <a:pt x="642033" y="83796"/>
                    <a:pt x="639199" y="85820"/>
                  </a:cubicBezTo>
                  <a:cubicBezTo>
                    <a:pt x="636365" y="88654"/>
                    <a:pt x="634746" y="91488"/>
                    <a:pt x="634746" y="95536"/>
                  </a:cubicBezTo>
                  <a:close/>
                  <a:moveTo>
                    <a:pt x="701135" y="127111"/>
                  </a:moveTo>
                  <a:cubicBezTo>
                    <a:pt x="701135" y="106466"/>
                    <a:pt x="707208" y="89868"/>
                    <a:pt x="718542" y="77724"/>
                  </a:cubicBezTo>
                  <a:cubicBezTo>
                    <a:pt x="730282" y="65580"/>
                    <a:pt x="746474" y="59507"/>
                    <a:pt x="767120" y="59507"/>
                  </a:cubicBezTo>
                  <a:cubicBezTo>
                    <a:pt x="786551" y="59507"/>
                    <a:pt x="801934" y="65175"/>
                    <a:pt x="812863" y="76914"/>
                  </a:cubicBezTo>
                  <a:cubicBezTo>
                    <a:pt x="823793" y="88654"/>
                    <a:pt x="829461" y="104442"/>
                    <a:pt x="829461" y="124277"/>
                  </a:cubicBezTo>
                  <a:cubicBezTo>
                    <a:pt x="829461" y="144518"/>
                    <a:pt x="823389" y="160711"/>
                    <a:pt x="812054" y="172855"/>
                  </a:cubicBezTo>
                  <a:cubicBezTo>
                    <a:pt x="800314" y="184999"/>
                    <a:pt x="784527" y="191072"/>
                    <a:pt x="764286" y="191072"/>
                  </a:cubicBezTo>
                  <a:cubicBezTo>
                    <a:pt x="744855" y="191072"/>
                    <a:pt x="729472" y="185404"/>
                    <a:pt x="718138" y="174069"/>
                  </a:cubicBezTo>
                  <a:cubicBezTo>
                    <a:pt x="707208" y="162330"/>
                    <a:pt x="701135" y="146542"/>
                    <a:pt x="701135" y="127111"/>
                  </a:cubicBezTo>
                  <a:close/>
                  <a:moveTo>
                    <a:pt x="731901" y="125897"/>
                  </a:moveTo>
                  <a:cubicBezTo>
                    <a:pt x="731901" y="138851"/>
                    <a:pt x="734735" y="148971"/>
                    <a:pt x="740807" y="155853"/>
                  </a:cubicBezTo>
                  <a:cubicBezTo>
                    <a:pt x="746879" y="162735"/>
                    <a:pt x="755380" y="166378"/>
                    <a:pt x="766310" y="166378"/>
                  </a:cubicBezTo>
                  <a:cubicBezTo>
                    <a:pt x="776835" y="166378"/>
                    <a:pt x="785337" y="163139"/>
                    <a:pt x="791004" y="155853"/>
                  </a:cubicBezTo>
                  <a:cubicBezTo>
                    <a:pt x="796671" y="148971"/>
                    <a:pt x="799505" y="138851"/>
                    <a:pt x="799505" y="125087"/>
                  </a:cubicBezTo>
                  <a:cubicBezTo>
                    <a:pt x="799505" y="111728"/>
                    <a:pt x="796671" y="101608"/>
                    <a:pt x="791004" y="94321"/>
                  </a:cubicBezTo>
                  <a:cubicBezTo>
                    <a:pt x="785337" y="87439"/>
                    <a:pt x="776835" y="83796"/>
                    <a:pt x="766715" y="83796"/>
                  </a:cubicBezTo>
                  <a:cubicBezTo>
                    <a:pt x="755785" y="83796"/>
                    <a:pt x="747689" y="87439"/>
                    <a:pt x="741617" y="94726"/>
                  </a:cubicBezTo>
                  <a:cubicBezTo>
                    <a:pt x="735140" y="102418"/>
                    <a:pt x="731901" y="112538"/>
                    <a:pt x="731901" y="125897"/>
                  </a:cubicBezTo>
                  <a:close/>
                  <a:moveTo>
                    <a:pt x="927830" y="86630"/>
                  </a:moveTo>
                  <a:lnTo>
                    <a:pt x="883706" y="86630"/>
                  </a:lnTo>
                  <a:lnTo>
                    <a:pt x="883706" y="187833"/>
                  </a:lnTo>
                  <a:lnTo>
                    <a:pt x="853750" y="187833"/>
                  </a:lnTo>
                  <a:lnTo>
                    <a:pt x="853750" y="86630"/>
                  </a:lnTo>
                  <a:lnTo>
                    <a:pt x="832699" y="86630"/>
                  </a:lnTo>
                  <a:lnTo>
                    <a:pt x="832699" y="62341"/>
                  </a:lnTo>
                  <a:lnTo>
                    <a:pt x="853750" y="62341"/>
                  </a:lnTo>
                  <a:lnTo>
                    <a:pt x="853750" y="44934"/>
                  </a:lnTo>
                  <a:cubicBezTo>
                    <a:pt x="853750" y="31980"/>
                    <a:pt x="858203" y="21050"/>
                    <a:pt x="866704" y="12549"/>
                  </a:cubicBezTo>
                  <a:cubicBezTo>
                    <a:pt x="875205" y="4048"/>
                    <a:pt x="886135" y="0"/>
                    <a:pt x="899494" y="0"/>
                  </a:cubicBezTo>
                  <a:cubicBezTo>
                    <a:pt x="903137" y="0"/>
                    <a:pt x="906376" y="405"/>
                    <a:pt x="909209" y="405"/>
                  </a:cubicBezTo>
                  <a:cubicBezTo>
                    <a:pt x="912043" y="405"/>
                    <a:pt x="914472" y="1214"/>
                    <a:pt x="916496" y="2024"/>
                  </a:cubicBezTo>
                  <a:lnTo>
                    <a:pt x="916496" y="27527"/>
                  </a:lnTo>
                  <a:cubicBezTo>
                    <a:pt x="915686" y="27122"/>
                    <a:pt x="913662" y="26313"/>
                    <a:pt x="911233" y="25503"/>
                  </a:cubicBezTo>
                  <a:cubicBezTo>
                    <a:pt x="908804" y="24693"/>
                    <a:pt x="905971" y="24289"/>
                    <a:pt x="902732" y="24289"/>
                  </a:cubicBezTo>
                  <a:cubicBezTo>
                    <a:pt x="896660" y="24289"/>
                    <a:pt x="891802" y="26313"/>
                    <a:pt x="888564" y="29956"/>
                  </a:cubicBezTo>
                  <a:cubicBezTo>
                    <a:pt x="885325" y="33599"/>
                    <a:pt x="883706" y="39672"/>
                    <a:pt x="883706" y="46958"/>
                  </a:cubicBezTo>
                  <a:lnTo>
                    <a:pt x="883706" y="61936"/>
                  </a:lnTo>
                  <a:lnTo>
                    <a:pt x="927830" y="61936"/>
                  </a:lnTo>
                  <a:lnTo>
                    <a:pt x="927830" y="33599"/>
                  </a:lnTo>
                  <a:lnTo>
                    <a:pt x="957382" y="24693"/>
                  </a:lnTo>
                  <a:lnTo>
                    <a:pt x="957382" y="61936"/>
                  </a:lnTo>
                  <a:lnTo>
                    <a:pt x="987338" y="61936"/>
                  </a:lnTo>
                  <a:lnTo>
                    <a:pt x="987338" y="86225"/>
                  </a:lnTo>
                  <a:lnTo>
                    <a:pt x="957382" y="86225"/>
                  </a:lnTo>
                  <a:lnTo>
                    <a:pt x="957382" y="144923"/>
                  </a:lnTo>
                  <a:cubicBezTo>
                    <a:pt x="957382" y="152614"/>
                    <a:pt x="959001" y="157877"/>
                    <a:pt x="961430" y="161115"/>
                  </a:cubicBezTo>
                  <a:cubicBezTo>
                    <a:pt x="964263" y="164354"/>
                    <a:pt x="968716" y="165973"/>
                    <a:pt x="974788" y="165973"/>
                  </a:cubicBezTo>
                  <a:cubicBezTo>
                    <a:pt x="976408" y="165973"/>
                    <a:pt x="978432" y="165568"/>
                    <a:pt x="980861" y="164759"/>
                  </a:cubicBezTo>
                  <a:cubicBezTo>
                    <a:pt x="983290" y="163949"/>
                    <a:pt x="985314" y="163139"/>
                    <a:pt x="986933" y="161925"/>
                  </a:cubicBezTo>
                  <a:lnTo>
                    <a:pt x="986933" y="186214"/>
                  </a:lnTo>
                  <a:cubicBezTo>
                    <a:pt x="984909" y="187428"/>
                    <a:pt x="982075" y="188238"/>
                    <a:pt x="977622" y="189047"/>
                  </a:cubicBezTo>
                  <a:cubicBezTo>
                    <a:pt x="973169" y="189857"/>
                    <a:pt x="969121" y="190262"/>
                    <a:pt x="964668" y="190262"/>
                  </a:cubicBezTo>
                  <a:cubicBezTo>
                    <a:pt x="952119" y="190262"/>
                    <a:pt x="942808" y="187023"/>
                    <a:pt x="936736" y="180546"/>
                  </a:cubicBezTo>
                  <a:cubicBezTo>
                    <a:pt x="930664" y="174069"/>
                    <a:pt x="927426" y="163949"/>
                    <a:pt x="927426" y="150590"/>
                  </a:cubicBezTo>
                  <a:lnTo>
                    <a:pt x="927830" y="86630"/>
                  </a:lnTo>
                  <a:lnTo>
                    <a:pt x="927830" y="86630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0C05DC5-6E22-A928-A7F0-23E80AC666D4}"/>
                </a:ext>
              </a:extLst>
            </p:cNvPr>
            <p:cNvSpPr/>
            <p:nvPr/>
          </p:nvSpPr>
          <p:spPr>
            <a:xfrm>
              <a:off x="1975612" y="4277472"/>
              <a:ext cx="97752" cy="97753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E2334226-F23A-D43A-FC65-6B294440039A}"/>
                </a:ext>
              </a:extLst>
            </p:cNvPr>
            <p:cNvSpPr/>
            <p:nvPr/>
          </p:nvSpPr>
          <p:spPr>
            <a:xfrm>
              <a:off x="2083655" y="4277474"/>
              <a:ext cx="97752" cy="97753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A60D9EDD-081F-AB0A-A3B4-A324E53A8CC4}"/>
                </a:ext>
              </a:extLst>
            </p:cNvPr>
            <p:cNvSpPr/>
            <p:nvPr/>
          </p:nvSpPr>
          <p:spPr>
            <a:xfrm>
              <a:off x="1975612" y="4385520"/>
              <a:ext cx="97752" cy="97753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8CABD14-4707-66C0-ED90-274CD7B33740}"/>
                </a:ext>
              </a:extLst>
            </p:cNvPr>
            <p:cNvSpPr/>
            <p:nvPr/>
          </p:nvSpPr>
          <p:spPr>
            <a:xfrm>
              <a:off x="2083655" y="4385519"/>
              <a:ext cx="97752" cy="97753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DE6CFE-DBFE-9804-5700-EE7FC7872D1A}"/>
              </a:ext>
            </a:extLst>
          </p:cNvPr>
          <p:cNvGrpSpPr/>
          <p:nvPr/>
        </p:nvGrpSpPr>
        <p:grpSpPr>
          <a:xfrm>
            <a:off x="3187598" y="4256896"/>
            <a:ext cx="1034110" cy="158158"/>
            <a:chOff x="3231138" y="4304426"/>
            <a:chExt cx="1034110" cy="158158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D7A263C-618B-9A07-1B4C-1E8A34146215}"/>
                </a:ext>
              </a:extLst>
            </p:cNvPr>
            <p:cNvSpPr/>
            <p:nvPr/>
          </p:nvSpPr>
          <p:spPr>
            <a:xfrm>
              <a:off x="3231138" y="4304426"/>
              <a:ext cx="152074" cy="158158"/>
            </a:xfrm>
            <a:custGeom>
              <a:avLst/>
              <a:gdLst>
                <a:gd name="connsiteX0" fmla="*/ 203841 w 215380"/>
                <a:gd name="connsiteY0" fmla="*/ 92339 h 223995"/>
                <a:gd name="connsiteX1" fmla="*/ 107796 w 215380"/>
                <a:gd name="connsiteY1" fmla="*/ 144566 h 223995"/>
                <a:gd name="connsiteX2" fmla="*/ 4952 w 215380"/>
                <a:gd name="connsiteY2" fmla="*/ 88760 h 223995"/>
                <a:gd name="connsiteX3" fmla="*/ 0 w 215380"/>
                <a:gd name="connsiteY3" fmla="*/ 91340 h 223995"/>
                <a:gd name="connsiteX4" fmla="*/ 0 w 215380"/>
                <a:gd name="connsiteY4" fmla="*/ 131861 h 223995"/>
                <a:gd name="connsiteX5" fmla="*/ 107796 w 215380"/>
                <a:gd name="connsiteY5" fmla="*/ 190235 h 223995"/>
                <a:gd name="connsiteX6" fmla="*/ 203830 w 215380"/>
                <a:gd name="connsiteY6" fmla="*/ 138213 h 223995"/>
                <a:gd name="connsiteX7" fmla="*/ 203830 w 215380"/>
                <a:gd name="connsiteY7" fmla="*/ 159656 h 223995"/>
                <a:gd name="connsiteX8" fmla="*/ 107796 w 215380"/>
                <a:gd name="connsiteY8" fmla="*/ 211894 h 223995"/>
                <a:gd name="connsiteX9" fmla="*/ 4952 w 215380"/>
                <a:gd name="connsiteY9" fmla="*/ 156088 h 223995"/>
                <a:gd name="connsiteX10" fmla="*/ 0 w 215380"/>
                <a:gd name="connsiteY10" fmla="*/ 158668 h 223995"/>
                <a:gd name="connsiteX11" fmla="*/ 0 w 215380"/>
                <a:gd name="connsiteY11" fmla="*/ 165611 h 223995"/>
                <a:gd name="connsiteX12" fmla="*/ 107796 w 215380"/>
                <a:gd name="connsiteY12" fmla="*/ 223996 h 223995"/>
                <a:gd name="connsiteX13" fmla="*/ 215380 w 215380"/>
                <a:gd name="connsiteY13" fmla="*/ 165611 h 223995"/>
                <a:gd name="connsiteX14" fmla="*/ 215380 w 215380"/>
                <a:gd name="connsiteY14" fmla="*/ 125100 h 223995"/>
                <a:gd name="connsiteX15" fmla="*/ 210428 w 215380"/>
                <a:gd name="connsiteY15" fmla="*/ 122521 h 223995"/>
                <a:gd name="connsiteX16" fmla="*/ 107796 w 215380"/>
                <a:gd name="connsiteY16" fmla="*/ 178122 h 223995"/>
                <a:gd name="connsiteX17" fmla="*/ 11540 w 215380"/>
                <a:gd name="connsiteY17" fmla="*/ 126100 h 223995"/>
                <a:gd name="connsiteX18" fmla="*/ 11540 w 215380"/>
                <a:gd name="connsiteY18" fmla="*/ 104646 h 223995"/>
                <a:gd name="connsiteX19" fmla="*/ 107796 w 215380"/>
                <a:gd name="connsiteY19" fmla="*/ 156668 h 223995"/>
                <a:gd name="connsiteX20" fmla="*/ 215380 w 215380"/>
                <a:gd name="connsiteY20" fmla="*/ 98305 h 223995"/>
                <a:gd name="connsiteX21" fmla="*/ 215380 w 215380"/>
                <a:gd name="connsiteY21" fmla="*/ 58364 h 223995"/>
                <a:gd name="connsiteX22" fmla="*/ 210017 w 215380"/>
                <a:gd name="connsiteY22" fmla="*/ 55386 h 223995"/>
                <a:gd name="connsiteX23" fmla="*/ 107796 w 215380"/>
                <a:gd name="connsiteY23" fmla="*/ 110794 h 223995"/>
                <a:gd name="connsiteX24" fmla="*/ 16491 w 215380"/>
                <a:gd name="connsiteY24" fmla="*/ 61545 h 223995"/>
                <a:gd name="connsiteX25" fmla="*/ 107796 w 215380"/>
                <a:gd name="connsiteY25" fmla="*/ 12102 h 223995"/>
                <a:gd name="connsiteX26" fmla="*/ 182810 w 215380"/>
                <a:gd name="connsiteY26" fmla="*/ 52807 h 223995"/>
                <a:gd name="connsiteX27" fmla="*/ 189408 w 215380"/>
                <a:gd name="connsiteY27" fmla="*/ 49238 h 223995"/>
                <a:gd name="connsiteX28" fmla="*/ 189408 w 215380"/>
                <a:gd name="connsiteY28" fmla="*/ 44273 h 223995"/>
                <a:gd name="connsiteX29" fmla="*/ 107796 w 215380"/>
                <a:gd name="connsiteY29" fmla="*/ 0 h 223995"/>
                <a:gd name="connsiteX30" fmla="*/ 0 w 215380"/>
                <a:gd name="connsiteY30" fmla="*/ 58375 h 223995"/>
                <a:gd name="connsiteX31" fmla="*/ 0 w 215380"/>
                <a:gd name="connsiteY31" fmla="*/ 64737 h 223995"/>
                <a:gd name="connsiteX32" fmla="*/ 107796 w 215380"/>
                <a:gd name="connsiteY32" fmla="*/ 123122 h 223995"/>
                <a:gd name="connsiteX33" fmla="*/ 203830 w 215380"/>
                <a:gd name="connsiteY33" fmla="*/ 70885 h 223995"/>
                <a:gd name="connsiteX34" fmla="*/ 203841 w 215380"/>
                <a:gd name="connsiteY34" fmla="*/ 92339 h 22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5380" h="223995">
                  <a:moveTo>
                    <a:pt x="203841" y="92339"/>
                  </a:moveTo>
                  <a:lnTo>
                    <a:pt x="107796" y="144566"/>
                  </a:lnTo>
                  <a:lnTo>
                    <a:pt x="4952" y="88760"/>
                  </a:lnTo>
                  <a:lnTo>
                    <a:pt x="0" y="91340"/>
                  </a:lnTo>
                  <a:lnTo>
                    <a:pt x="0" y="131861"/>
                  </a:lnTo>
                  <a:lnTo>
                    <a:pt x="107796" y="190235"/>
                  </a:lnTo>
                  <a:lnTo>
                    <a:pt x="203830" y="138213"/>
                  </a:lnTo>
                  <a:lnTo>
                    <a:pt x="203830" y="159656"/>
                  </a:lnTo>
                  <a:lnTo>
                    <a:pt x="107796" y="211894"/>
                  </a:lnTo>
                  <a:lnTo>
                    <a:pt x="4952" y="156088"/>
                  </a:lnTo>
                  <a:lnTo>
                    <a:pt x="0" y="158668"/>
                  </a:lnTo>
                  <a:lnTo>
                    <a:pt x="0" y="165611"/>
                  </a:lnTo>
                  <a:lnTo>
                    <a:pt x="107796" y="223996"/>
                  </a:lnTo>
                  <a:lnTo>
                    <a:pt x="215380" y="165611"/>
                  </a:lnTo>
                  <a:lnTo>
                    <a:pt x="215380" y="125100"/>
                  </a:lnTo>
                  <a:lnTo>
                    <a:pt x="210428" y="122521"/>
                  </a:lnTo>
                  <a:lnTo>
                    <a:pt x="107796" y="178122"/>
                  </a:lnTo>
                  <a:lnTo>
                    <a:pt x="11540" y="126100"/>
                  </a:lnTo>
                  <a:lnTo>
                    <a:pt x="11540" y="104646"/>
                  </a:lnTo>
                  <a:lnTo>
                    <a:pt x="107796" y="156668"/>
                  </a:lnTo>
                  <a:lnTo>
                    <a:pt x="215380" y="98305"/>
                  </a:lnTo>
                  <a:lnTo>
                    <a:pt x="215380" y="58364"/>
                  </a:lnTo>
                  <a:lnTo>
                    <a:pt x="210017" y="55386"/>
                  </a:lnTo>
                  <a:lnTo>
                    <a:pt x="107796" y="110794"/>
                  </a:lnTo>
                  <a:lnTo>
                    <a:pt x="16491" y="61545"/>
                  </a:lnTo>
                  <a:lnTo>
                    <a:pt x="107796" y="12102"/>
                  </a:lnTo>
                  <a:lnTo>
                    <a:pt x="182810" y="52807"/>
                  </a:lnTo>
                  <a:lnTo>
                    <a:pt x="189408" y="49238"/>
                  </a:lnTo>
                  <a:lnTo>
                    <a:pt x="189408" y="44273"/>
                  </a:lnTo>
                  <a:lnTo>
                    <a:pt x="107796" y="0"/>
                  </a:lnTo>
                  <a:lnTo>
                    <a:pt x="0" y="58375"/>
                  </a:lnTo>
                  <a:lnTo>
                    <a:pt x="0" y="64737"/>
                  </a:lnTo>
                  <a:lnTo>
                    <a:pt x="107796" y="123122"/>
                  </a:lnTo>
                  <a:lnTo>
                    <a:pt x="203830" y="70885"/>
                  </a:lnTo>
                  <a:lnTo>
                    <a:pt x="203841" y="92339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31E6AE0-E30D-DAFE-BBB6-F9FEB7692B4F}"/>
                </a:ext>
              </a:extLst>
            </p:cNvPr>
            <p:cNvSpPr/>
            <p:nvPr/>
          </p:nvSpPr>
          <p:spPr>
            <a:xfrm>
              <a:off x="3431877" y="4310506"/>
              <a:ext cx="766457" cy="133827"/>
            </a:xfrm>
            <a:custGeom>
              <a:avLst/>
              <a:gdLst>
                <a:gd name="connsiteX0" fmla="*/ 1001993 w 1085518"/>
                <a:gd name="connsiteY0" fmla="*/ 129040 h 189535"/>
                <a:gd name="connsiteX1" fmla="*/ 1003637 w 1085518"/>
                <a:gd name="connsiteY1" fmla="*/ 128423 h 189535"/>
                <a:gd name="connsiteX2" fmla="*/ 1003836 w 1085518"/>
                <a:gd name="connsiteY2" fmla="*/ 128423 h 189535"/>
                <a:gd name="connsiteX3" fmla="*/ 1005676 w 1085518"/>
                <a:gd name="connsiteY3" fmla="*/ 129242 h 189535"/>
                <a:gd name="connsiteX4" fmla="*/ 1050801 w 1085518"/>
                <a:gd name="connsiteY4" fmla="*/ 186004 h 189535"/>
                <a:gd name="connsiteX5" fmla="*/ 1085518 w 1085518"/>
                <a:gd name="connsiteY5" fmla="*/ 186004 h 189535"/>
                <a:gd name="connsiteX6" fmla="*/ 1027120 w 1085518"/>
                <a:gd name="connsiteY6" fmla="*/ 114331 h 189535"/>
                <a:gd name="connsiteX7" fmla="*/ 1027318 w 1085518"/>
                <a:gd name="connsiteY7" fmla="*/ 111024 h 189535"/>
                <a:gd name="connsiteX8" fmla="*/ 1081020 w 1085518"/>
                <a:gd name="connsiteY8" fmla="*/ 56538 h 189535"/>
                <a:gd name="connsiteX9" fmla="*/ 1046512 w 1085518"/>
                <a:gd name="connsiteY9" fmla="*/ 56538 h 189535"/>
                <a:gd name="connsiteX10" fmla="*/ 1000164 w 1085518"/>
                <a:gd name="connsiteY10" fmla="*/ 103770 h 189535"/>
                <a:gd name="connsiteX11" fmla="*/ 997507 w 1085518"/>
                <a:gd name="connsiteY11" fmla="*/ 104387 h 189535"/>
                <a:gd name="connsiteX12" fmla="*/ 996074 w 1085518"/>
                <a:gd name="connsiteY12" fmla="*/ 102111 h 189535"/>
                <a:gd name="connsiteX13" fmla="*/ 996074 w 1085518"/>
                <a:gd name="connsiteY13" fmla="*/ 202 h 189535"/>
                <a:gd name="connsiteX14" fmla="*/ 967696 w 1085518"/>
                <a:gd name="connsiteY14" fmla="*/ 202 h 189535"/>
                <a:gd name="connsiteX15" fmla="*/ 967696 w 1085518"/>
                <a:gd name="connsiteY15" fmla="*/ 186206 h 189535"/>
                <a:gd name="connsiteX16" fmla="*/ 995875 w 1085518"/>
                <a:gd name="connsiteY16" fmla="*/ 186206 h 189535"/>
                <a:gd name="connsiteX17" fmla="*/ 995875 w 1085518"/>
                <a:gd name="connsiteY17" fmla="*/ 135666 h 189535"/>
                <a:gd name="connsiteX18" fmla="*/ 996691 w 1085518"/>
                <a:gd name="connsiteY18" fmla="*/ 133805 h 189535"/>
                <a:gd name="connsiteX19" fmla="*/ 1001993 w 1085518"/>
                <a:gd name="connsiteY19" fmla="*/ 129040 h 189535"/>
                <a:gd name="connsiteX20" fmla="*/ 901127 w 1085518"/>
                <a:gd name="connsiteY20" fmla="*/ 53231 h 189535"/>
                <a:gd name="connsiteX21" fmla="*/ 833534 w 1085518"/>
                <a:gd name="connsiteY21" fmla="*/ 121394 h 189535"/>
                <a:gd name="connsiteX22" fmla="*/ 852321 w 1085518"/>
                <a:gd name="connsiteY22" fmla="*/ 170275 h 189535"/>
                <a:gd name="connsiteX23" fmla="*/ 900918 w 1085518"/>
                <a:gd name="connsiteY23" fmla="*/ 189535 h 189535"/>
                <a:gd name="connsiteX24" fmla="*/ 952382 w 1085518"/>
                <a:gd name="connsiteY24" fmla="*/ 169019 h 189535"/>
                <a:gd name="connsiteX25" fmla="*/ 936252 w 1085518"/>
                <a:gd name="connsiteY25" fmla="*/ 151832 h 189535"/>
                <a:gd name="connsiteX26" fmla="*/ 903784 w 1085518"/>
                <a:gd name="connsiteY26" fmla="*/ 163223 h 189535"/>
                <a:gd name="connsiteX27" fmla="*/ 862332 w 1085518"/>
                <a:gd name="connsiteY27" fmla="*/ 121383 h 189535"/>
                <a:gd name="connsiteX28" fmla="*/ 903784 w 1085518"/>
                <a:gd name="connsiteY28" fmla="*/ 79543 h 189535"/>
                <a:gd name="connsiteX29" fmla="*/ 935845 w 1085518"/>
                <a:gd name="connsiteY29" fmla="*/ 90933 h 189535"/>
                <a:gd name="connsiteX30" fmla="*/ 953804 w 1085518"/>
                <a:gd name="connsiteY30" fmla="*/ 73747 h 189535"/>
                <a:gd name="connsiteX31" fmla="*/ 901127 w 1085518"/>
                <a:gd name="connsiteY31" fmla="*/ 53231 h 189535"/>
                <a:gd name="connsiteX32" fmla="*/ 802697 w 1085518"/>
                <a:gd name="connsiteY32" fmla="*/ 202 h 189535"/>
                <a:gd name="connsiteX33" fmla="*/ 784947 w 1085518"/>
                <a:gd name="connsiteY33" fmla="*/ 17364 h 189535"/>
                <a:gd name="connsiteX34" fmla="*/ 801823 w 1085518"/>
                <a:gd name="connsiteY34" fmla="*/ 35416 h 189535"/>
                <a:gd name="connsiteX35" fmla="*/ 802697 w 1085518"/>
                <a:gd name="connsiteY35" fmla="*/ 35416 h 189535"/>
                <a:gd name="connsiteX36" fmla="*/ 820624 w 1085518"/>
                <a:gd name="connsiteY36" fmla="*/ 18443 h 189535"/>
                <a:gd name="connsiteX37" fmla="*/ 803934 w 1085518"/>
                <a:gd name="connsiteY37" fmla="*/ 213 h 189535"/>
                <a:gd name="connsiteX38" fmla="*/ 802697 w 1085518"/>
                <a:gd name="connsiteY38" fmla="*/ 213 h 189535"/>
                <a:gd name="connsiteX39" fmla="*/ 817405 w 1085518"/>
                <a:gd name="connsiteY39" fmla="*/ 56560 h 189535"/>
                <a:gd name="connsiteX40" fmla="*/ 788818 w 1085518"/>
                <a:gd name="connsiteY40" fmla="*/ 56560 h 189535"/>
                <a:gd name="connsiteX41" fmla="*/ 788818 w 1085518"/>
                <a:gd name="connsiteY41" fmla="*/ 186228 h 189535"/>
                <a:gd name="connsiteX42" fmla="*/ 817405 w 1085518"/>
                <a:gd name="connsiteY42" fmla="*/ 186228 h 189535"/>
                <a:gd name="connsiteX43" fmla="*/ 817405 w 1085518"/>
                <a:gd name="connsiteY43" fmla="*/ 56560 h 189535"/>
                <a:gd name="connsiteX44" fmla="*/ 764320 w 1085518"/>
                <a:gd name="connsiteY44" fmla="*/ 83086 h 189535"/>
                <a:gd name="connsiteX45" fmla="*/ 771045 w 1085518"/>
                <a:gd name="connsiteY45" fmla="*/ 83713 h 189535"/>
                <a:gd name="connsiteX46" fmla="*/ 771045 w 1085518"/>
                <a:gd name="connsiteY46" fmla="*/ 54295 h 189535"/>
                <a:gd name="connsiteX47" fmla="*/ 766360 w 1085518"/>
                <a:gd name="connsiteY47" fmla="*/ 53881 h 189535"/>
                <a:gd name="connsiteX48" fmla="*/ 731036 w 1085518"/>
                <a:gd name="connsiteY48" fmla="*/ 73769 h 189535"/>
                <a:gd name="connsiteX49" fmla="*/ 728379 w 1085518"/>
                <a:gd name="connsiteY49" fmla="*/ 74801 h 189535"/>
                <a:gd name="connsiteX50" fmla="*/ 726538 w 1085518"/>
                <a:gd name="connsiteY50" fmla="*/ 72525 h 189535"/>
                <a:gd name="connsiteX51" fmla="*/ 726538 w 1085518"/>
                <a:gd name="connsiteY51" fmla="*/ 56571 h 189535"/>
                <a:gd name="connsiteX52" fmla="*/ 698568 w 1085518"/>
                <a:gd name="connsiteY52" fmla="*/ 56571 h 189535"/>
                <a:gd name="connsiteX53" fmla="*/ 698568 w 1085518"/>
                <a:gd name="connsiteY53" fmla="*/ 186239 h 189535"/>
                <a:gd name="connsiteX54" fmla="*/ 726748 w 1085518"/>
                <a:gd name="connsiteY54" fmla="*/ 186239 h 189535"/>
                <a:gd name="connsiteX55" fmla="*/ 726748 w 1085518"/>
                <a:gd name="connsiteY55" fmla="*/ 129062 h 189535"/>
                <a:gd name="connsiteX56" fmla="*/ 764320 w 1085518"/>
                <a:gd name="connsiteY56" fmla="*/ 83097 h 189535"/>
                <a:gd name="connsiteX57" fmla="*/ 574197 w 1085518"/>
                <a:gd name="connsiteY57" fmla="*/ 121383 h 189535"/>
                <a:gd name="connsiteX58" fmla="*/ 614228 w 1085518"/>
                <a:gd name="connsiteY58" fmla="*/ 79341 h 189535"/>
                <a:gd name="connsiteX59" fmla="*/ 654248 w 1085518"/>
                <a:gd name="connsiteY59" fmla="*/ 121383 h 189535"/>
                <a:gd name="connsiteX60" fmla="*/ 614228 w 1085518"/>
                <a:gd name="connsiteY60" fmla="*/ 163425 h 189535"/>
                <a:gd name="connsiteX61" fmla="*/ 574207 w 1085518"/>
                <a:gd name="connsiteY61" fmla="*/ 121383 h 189535"/>
                <a:gd name="connsiteX62" fmla="*/ 577062 w 1085518"/>
                <a:gd name="connsiteY62" fmla="*/ 170678 h 189535"/>
                <a:gd name="connsiteX63" fmla="*/ 577878 w 1085518"/>
                <a:gd name="connsiteY63" fmla="*/ 170465 h 189535"/>
                <a:gd name="connsiteX64" fmla="*/ 579720 w 1085518"/>
                <a:gd name="connsiteY64" fmla="*/ 171295 h 189535"/>
                <a:gd name="connsiteX65" fmla="*/ 620557 w 1085518"/>
                <a:gd name="connsiteY65" fmla="*/ 189110 h 189535"/>
                <a:gd name="connsiteX66" fmla="*/ 682847 w 1085518"/>
                <a:gd name="connsiteY66" fmla="*/ 121170 h 189535"/>
                <a:gd name="connsiteX67" fmla="*/ 664876 w 1085518"/>
                <a:gd name="connsiteY67" fmla="*/ 72704 h 189535"/>
                <a:gd name="connsiteX68" fmla="*/ 620557 w 1085518"/>
                <a:gd name="connsiteY68" fmla="*/ 53231 h 189535"/>
                <a:gd name="connsiteX69" fmla="*/ 579720 w 1085518"/>
                <a:gd name="connsiteY69" fmla="*/ 71874 h 189535"/>
                <a:gd name="connsiteX70" fmla="*/ 577074 w 1085518"/>
                <a:gd name="connsiteY70" fmla="*/ 72704 h 189535"/>
                <a:gd name="connsiteX71" fmla="*/ 575432 w 1085518"/>
                <a:gd name="connsiteY71" fmla="*/ 70417 h 189535"/>
                <a:gd name="connsiteX72" fmla="*/ 575432 w 1085518"/>
                <a:gd name="connsiteY72" fmla="*/ 0 h 189535"/>
                <a:gd name="connsiteX73" fmla="*/ 547251 w 1085518"/>
                <a:gd name="connsiteY73" fmla="*/ 0 h 189535"/>
                <a:gd name="connsiteX74" fmla="*/ 547251 w 1085518"/>
                <a:gd name="connsiteY74" fmla="*/ 185993 h 189535"/>
                <a:gd name="connsiteX75" fmla="*/ 575432 w 1085518"/>
                <a:gd name="connsiteY75" fmla="*/ 185993 h 189535"/>
                <a:gd name="connsiteX76" fmla="*/ 575432 w 1085518"/>
                <a:gd name="connsiteY76" fmla="*/ 172965 h 189535"/>
                <a:gd name="connsiteX77" fmla="*/ 577062 w 1085518"/>
                <a:gd name="connsiteY77" fmla="*/ 170689 h 189535"/>
                <a:gd name="connsiteX78" fmla="*/ 459031 w 1085518"/>
                <a:gd name="connsiteY78" fmla="*/ 163436 h 189535"/>
                <a:gd name="connsiteX79" fmla="*/ 419011 w 1085518"/>
                <a:gd name="connsiteY79" fmla="*/ 121394 h 189535"/>
                <a:gd name="connsiteX80" fmla="*/ 459031 w 1085518"/>
                <a:gd name="connsiteY80" fmla="*/ 79341 h 189535"/>
                <a:gd name="connsiteX81" fmla="*/ 499051 w 1085518"/>
                <a:gd name="connsiteY81" fmla="*/ 121383 h 189535"/>
                <a:gd name="connsiteX82" fmla="*/ 459031 w 1085518"/>
                <a:gd name="connsiteY82" fmla="*/ 163425 h 189535"/>
                <a:gd name="connsiteX83" fmla="*/ 525809 w 1085518"/>
                <a:gd name="connsiteY83" fmla="*/ 186015 h 189535"/>
                <a:gd name="connsiteX84" fmla="*/ 525809 w 1085518"/>
                <a:gd name="connsiteY84" fmla="*/ 56549 h 189535"/>
                <a:gd name="connsiteX85" fmla="*/ 497827 w 1085518"/>
                <a:gd name="connsiteY85" fmla="*/ 56549 h 189535"/>
                <a:gd name="connsiteX86" fmla="*/ 497827 w 1085518"/>
                <a:gd name="connsiteY86" fmla="*/ 69598 h 189535"/>
                <a:gd name="connsiteX87" fmla="*/ 496196 w 1085518"/>
                <a:gd name="connsiteY87" fmla="*/ 71874 h 189535"/>
                <a:gd name="connsiteX88" fmla="*/ 493550 w 1085518"/>
                <a:gd name="connsiteY88" fmla="*/ 71056 h 189535"/>
                <a:gd name="connsiteX89" fmla="*/ 452703 w 1085518"/>
                <a:gd name="connsiteY89" fmla="*/ 53231 h 189535"/>
                <a:gd name="connsiteX90" fmla="*/ 390423 w 1085518"/>
                <a:gd name="connsiteY90" fmla="*/ 121394 h 189535"/>
                <a:gd name="connsiteX91" fmla="*/ 452703 w 1085518"/>
                <a:gd name="connsiteY91" fmla="*/ 189333 h 189535"/>
                <a:gd name="connsiteX92" fmla="*/ 493539 w 1085518"/>
                <a:gd name="connsiteY92" fmla="*/ 170476 h 189535"/>
                <a:gd name="connsiteX93" fmla="*/ 496196 w 1085518"/>
                <a:gd name="connsiteY93" fmla="*/ 169647 h 189535"/>
                <a:gd name="connsiteX94" fmla="*/ 497827 w 1085518"/>
                <a:gd name="connsiteY94" fmla="*/ 171922 h 189535"/>
                <a:gd name="connsiteX95" fmla="*/ 497827 w 1085518"/>
                <a:gd name="connsiteY95" fmla="*/ 186004 h 189535"/>
                <a:gd name="connsiteX96" fmla="*/ 525809 w 1085518"/>
                <a:gd name="connsiteY96" fmla="*/ 186015 h 189535"/>
                <a:gd name="connsiteX97" fmla="*/ 219527 w 1085518"/>
                <a:gd name="connsiteY97" fmla="*/ 163436 h 189535"/>
                <a:gd name="connsiteX98" fmla="*/ 179507 w 1085518"/>
                <a:gd name="connsiteY98" fmla="*/ 121394 h 189535"/>
                <a:gd name="connsiteX99" fmla="*/ 219527 w 1085518"/>
                <a:gd name="connsiteY99" fmla="*/ 79341 h 189535"/>
                <a:gd name="connsiteX100" fmla="*/ 259547 w 1085518"/>
                <a:gd name="connsiteY100" fmla="*/ 121383 h 189535"/>
                <a:gd name="connsiteX101" fmla="*/ 219527 w 1085518"/>
                <a:gd name="connsiteY101" fmla="*/ 163425 h 189535"/>
                <a:gd name="connsiteX102" fmla="*/ 286294 w 1085518"/>
                <a:gd name="connsiteY102" fmla="*/ 186015 h 189535"/>
                <a:gd name="connsiteX103" fmla="*/ 286294 w 1085518"/>
                <a:gd name="connsiteY103" fmla="*/ 56549 h 189535"/>
                <a:gd name="connsiteX104" fmla="*/ 258323 w 1085518"/>
                <a:gd name="connsiteY104" fmla="*/ 56549 h 189535"/>
                <a:gd name="connsiteX105" fmla="*/ 258323 w 1085518"/>
                <a:gd name="connsiteY105" fmla="*/ 69598 h 189535"/>
                <a:gd name="connsiteX106" fmla="*/ 256680 w 1085518"/>
                <a:gd name="connsiteY106" fmla="*/ 71874 h 189535"/>
                <a:gd name="connsiteX107" fmla="*/ 254035 w 1085518"/>
                <a:gd name="connsiteY107" fmla="*/ 71056 h 189535"/>
                <a:gd name="connsiteX108" fmla="*/ 213188 w 1085518"/>
                <a:gd name="connsiteY108" fmla="*/ 53231 h 189535"/>
                <a:gd name="connsiteX109" fmla="*/ 150908 w 1085518"/>
                <a:gd name="connsiteY109" fmla="*/ 121170 h 189535"/>
                <a:gd name="connsiteX110" fmla="*/ 213199 w 1085518"/>
                <a:gd name="connsiteY110" fmla="*/ 189110 h 189535"/>
                <a:gd name="connsiteX111" fmla="*/ 254035 w 1085518"/>
                <a:gd name="connsiteY111" fmla="*/ 170275 h 189535"/>
                <a:gd name="connsiteX112" fmla="*/ 256680 w 1085518"/>
                <a:gd name="connsiteY112" fmla="*/ 169434 h 189535"/>
                <a:gd name="connsiteX113" fmla="*/ 258323 w 1085518"/>
                <a:gd name="connsiteY113" fmla="*/ 171721 h 189535"/>
                <a:gd name="connsiteX114" fmla="*/ 258323 w 1085518"/>
                <a:gd name="connsiteY114" fmla="*/ 185802 h 189535"/>
                <a:gd name="connsiteX115" fmla="*/ 286294 w 1085518"/>
                <a:gd name="connsiteY115" fmla="*/ 185802 h 189535"/>
                <a:gd name="connsiteX116" fmla="*/ 286294 w 1085518"/>
                <a:gd name="connsiteY116" fmla="*/ 186015 h 189535"/>
                <a:gd name="connsiteX117" fmla="*/ 68420 w 1085518"/>
                <a:gd name="connsiteY117" fmla="*/ 163425 h 189535"/>
                <a:gd name="connsiteX118" fmla="*/ 28400 w 1085518"/>
                <a:gd name="connsiteY118" fmla="*/ 121383 h 189535"/>
                <a:gd name="connsiteX119" fmla="*/ 68420 w 1085518"/>
                <a:gd name="connsiteY119" fmla="*/ 79330 h 189535"/>
                <a:gd name="connsiteX120" fmla="*/ 108441 w 1085518"/>
                <a:gd name="connsiteY120" fmla="*/ 121372 h 189535"/>
                <a:gd name="connsiteX121" fmla="*/ 68420 w 1085518"/>
                <a:gd name="connsiteY121" fmla="*/ 163413 h 189535"/>
                <a:gd name="connsiteX122" fmla="*/ 135594 w 1085518"/>
                <a:gd name="connsiteY122" fmla="*/ 186004 h 189535"/>
                <a:gd name="connsiteX123" fmla="*/ 135594 w 1085518"/>
                <a:gd name="connsiteY123" fmla="*/ 0 h 189535"/>
                <a:gd name="connsiteX124" fmla="*/ 107415 w 1085518"/>
                <a:gd name="connsiteY124" fmla="*/ 0 h 189535"/>
                <a:gd name="connsiteX125" fmla="*/ 107415 w 1085518"/>
                <a:gd name="connsiteY125" fmla="*/ 69587 h 189535"/>
                <a:gd name="connsiteX126" fmla="*/ 105783 w 1085518"/>
                <a:gd name="connsiteY126" fmla="*/ 71874 h 189535"/>
                <a:gd name="connsiteX127" fmla="*/ 103138 w 1085518"/>
                <a:gd name="connsiteY127" fmla="*/ 71247 h 189535"/>
                <a:gd name="connsiteX128" fmla="*/ 62291 w 1085518"/>
                <a:gd name="connsiteY128" fmla="*/ 53432 h 189535"/>
                <a:gd name="connsiteX129" fmla="*/ 0 w 1085518"/>
                <a:gd name="connsiteY129" fmla="*/ 121372 h 189535"/>
                <a:gd name="connsiteX130" fmla="*/ 17971 w 1085518"/>
                <a:gd name="connsiteY130" fmla="*/ 169849 h 189535"/>
                <a:gd name="connsiteX131" fmla="*/ 62291 w 1085518"/>
                <a:gd name="connsiteY131" fmla="*/ 189311 h 189535"/>
                <a:gd name="connsiteX132" fmla="*/ 103126 w 1085518"/>
                <a:gd name="connsiteY132" fmla="*/ 170678 h 189535"/>
                <a:gd name="connsiteX133" fmla="*/ 105773 w 1085518"/>
                <a:gd name="connsiteY133" fmla="*/ 169849 h 189535"/>
                <a:gd name="connsiteX134" fmla="*/ 107426 w 1085518"/>
                <a:gd name="connsiteY134" fmla="*/ 172124 h 189535"/>
                <a:gd name="connsiteX135" fmla="*/ 107426 w 1085518"/>
                <a:gd name="connsiteY135" fmla="*/ 186004 h 189535"/>
                <a:gd name="connsiteX136" fmla="*/ 135594 w 1085518"/>
                <a:gd name="connsiteY136" fmla="*/ 186004 h 1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85518" h="189535">
                  <a:moveTo>
                    <a:pt x="1001993" y="129040"/>
                  </a:moveTo>
                  <a:cubicBezTo>
                    <a:pt x="1002436" y="128613"/>
                    <a:pt x="1003030" y="128390"/>
                    <a:pt x="1003637" y="128423"/>
                  </a:cubicBezTo>
                  <a:lnTo>
                    <a:pt x="1003836" y="128423"/>
                  </a:lnTo>
                  <a:cubicBezTo>
                    <a:pt x="1004452" y="128423"/>
                    <a:pt x="1005059" y="128838"/>
                    <a:pt x="1005676" y="129242"/>
                  </a:cubicBezTo>
                  <a:lnTo>
                    <a:pt x="1050801" y="186004"/>
                  </a:lnTo>
                  <a:lnTo>
                    <a:pt x="1085518" y="186004"/>
                  </a:lnTo>
                  <a:lnTo>
                    <a:pt x="1027120" y="114331"/>
                  </a:lnTo>
                  <a:cubicBezTo>
                    <a:pt x="1026293" y="113300"/>
                    <a:pt x="1026293" y="111843"/>
                    <a:pt x="1027318" y="111024"/>
                  </a:cubicBezTo>
                  <a:lnTo>
                    <a:pt x="1081020" y="56538"/>
                  </a:lnTo>
                  <a:lnTo>
                    <a:pt x="1046512" y="56538"/>
                  </a:lnTo>
                  <a:lnTo>
                    <a:pt x="1000164" y="103770"/>
                  </a:lnTo>
                  <a:cubicBezTo>
                    <a:pt x="999546" y="104387"/>
                    <a:pt x="998532" y="104600"/>
                    <a:pt x="997507" y="104387"/>
                  </a:cubicBezTo>
                  <a:cubicBezTo>
                    <a:pt x="996647" y="103964"/>
                    <a:pt x="996096" y="103084"/>
                    <a:pt x="996074" y="102111"/>
                  </a:cubicBezTo>
                  <a:lnTo>
                    <a:pt x="996074" y="202"/>
                  </a:lnTo>
                  <a:lnTo>
                    <a:pt x="967696" y="202"/>
                  </a:lnTo>
                  <a:lnTo>
                    <a:pt x="967696" y="186206"/>
                  </a:lnTo>
                  <a:lnTo>
                    <a:pt x="995875" y="186206"/>
                  </a:lnTo>
                  <a:lnTo>
                    <a:pt x="995875" y="135666"/>
                  </a:lnTo>
                  <a:cubicBezTo>
                    <a:pt x="995875" y="135049"/>
                    <a:pt x="996074" y="134208"/>
                    <a:pt x="996691" y="133805"/>
                  </a:cubicBezTo>
                  <a:lnTo>
                    <a:pt x="1001993" y="129040"/>
                  </a:lnTo>
                  <a:close/>
                  <a:moveTo>
                    <a:pt x="901127" y="53231"/>
                  </a:moveTo>
                  <a:cubicBezTo>
                    <a:pt x="861923" y="53231"/>
                    <a:pt x="833534" y="81819"/>
                    <a:pt x="833534" y="121394"/>
                  </a:cubicBezTo>
                  <a:cubicBezTo>
                    <a:pt x="833534" y="140644"/>
                    <a:pt x="840281" y="157830"/>
                    <a:pt x="852321" y="170275"/>
                  </a:cubicBezTo>
                  <a:cubicBezTo>
                    <a:pt x="864580" y="182697"/>
                    <a:pt x="881723" y="189535"/>
                    <a:pt x="900918" y="189535"/>
                  </a:cubicBezTo>
                  <a:cubicBezTo>
                    <a:pt x="916849" y="189535"/>
                    <a:pt x="929098" y="186430"/>
                    <a:pt x="952382" y="169019"/>
                  </a:cubicBezTo>
                  <a:lnTo>
                    <a:pt x="936252" y="151832"/>
                  </a:lnTo>
                  <a:cubicBezTo>
                    <a:pt x="924809" y="159500"/>
                    <a:pt x="914191" y="163223"/>
                    <a:pt x="903784" y="163223"/>
                  </a:cubicBezTo>
                  <a:cubicBezTo>
                    <a:pt x="880092" y="163223"/>
                    <a:pt x="862332" y="145207"/>
                    <a:pt x="862332" y="121383"/>
                  </a:cubicBezTo>
                  <a:cubicBezTo>
                    <a:pt x="862332" y="97559"/>
                    <a:pt x="880092" y="79543"/>
                    <a:pt x="903784" y="79543"/>
                  </a:cubicBezTo>
                  <a:cubicBezTo>
                    <a:pt x="915008" y="79543"/>
                    <a:pt x="925427" y="83276"/>
                    <a:pt x="935845" y="90933"/>
                  </a:cubicBezTo>
                  <a:lnTo>
                    <a:pt x="953804" y="73747"/>
                  </a:lnTo>
                  <a:cubicBezTo>
                    <a:pt x="932780" y="55518"/>
                    <a:pt x="913784" y="53231"/>
                    <a:pt x="901127" y="53231"/>
                  </a:cubicBezTo>
                  <a:moveTo>
                    <a:pt x="802697" y="202"/>
                  </a:moveTo>
                  <a:cubicBezTo>
                    <a:pt x="793135" y="-44"/>
                    <a:pt x="785188" y="7640"/>
                    <a:pt x="784947" y="17364"/>
                  </a:cubicBezTo>
                  <a:cubicBezTo>
                    <a:pt x="784705" y="27088"/>
                    <a:pt x="792262" y="35171"/>
                    <a:pt x="801823" y="35416"/>
                  </a:cubicBezTo>
                  <a:cubicBezTo>
                    <a:pt x="802116" y="35424"/>
                    <a:pt x="802406" y="35424"/>
                    <a:pt x="802697" y="35416"/>
                  </a:cubicBezTo>
                  <a:cubicBezTo>
                    <a:pt x="812258" y="35763"/>
                    <a:pt x="820283" y="28164"/>
                    <a:pt x="820624" y="18443"/>
                  </a:cubicBezTo>
                  <a:cubicBezTo>
                    <a:pt x="820965" y="8722"/>
                    <a:pt x="813493" y="560"/>
                    <a:pt x="803934" y="213"/>
                  </a:cubicBezTo>
                  <a:cubicBezTo>
                    <a:pt x="803521" y="198"/>
                    <a:pt x="803111" y="198"/>
                    <a:pt x="802697" y="213"/>
                  </a:cubicBezTo>
                  <a:moveTo>
                    <a:pt x="817405" y="56560"/>
                  </a:moveTo>
                  <a:lnTo>
                    <a:pt x="788818" y="56560"/>
                  </a:lnTo>
                  <a:lnTo>
                    <a:pt x="788818" y="186228"/>
                  </a:lnTo>
                  <a:lnTo>
                    <a:pt x="817405" y="186228"/>
                  </a:lnTo>
                  <a:lnTo>
                    <a:pt x="817405" y="56560"/>
                  </a:lnTo>
                  <a:close/>
                  <a:moveTo>
                    <a:pt x="764320" y="83086"/>
                  </a:moveTo>
                  <a:cubicBezTo>
                    <a:pt x="766966" y="83086"/>
                    <a:pt x="769425" y="83299"/>
                    <a:pt x="771045" y="83713"/>
                  </a:cubicBezTo>
                  <a:lnTo>
                    <a:pt x="771045" y="54295"/>
                  </a:lnTo>
                  <a:cubicBezTo>
                    <a:pt x="769499" y="54016"/>
                    <a:pt x="767931" y="53878"/>
                    <a:pt x="766360" y="53881"/>
                  </a:cubicBezTo>
                  <a:cubicBezTo>
                    <a:pt x="751653" y="53881"/>
                    <a:pt x="738181" y="61549"/>
                    <a:pt x="731036" y="73769"/>
                  </a:cubicBezTo>
                  <a:cubicBezTo>
                    <a:pt x="730419" y="74801"/>
                    <a:pt x="729393" y="75227"/>
                    <a:pt x="728379" y="74801"/>
                  </a:cubicBezTo>
                  <a:cubicBezTo>
                    <a:pt x="727339" y="74539"/>
                    <a:pt x="726590" y="73614"/>
                    <a:pt x="726538" y="72525"/>
                  </a:cubicBezTo>
                  <a:lnTo>
                    <a:pt x="726538" y="56571"/>
                  </a:lnTo>
                  <a:lnTo>
                    <a:pt x="698568" y="56571"/>
                  </a:lnTo>
                  <a:lnTo>
                    <a:pt x="698568" y="186239"/>
                  </a:lnTo>
                  <a:lnTo>
                    <a:pt x="726748" y="186239"/>
                  </a:lnTo>
                  <a:lnTo>
                    <a:pt x="726748" y="129062"/>
                  </a:lnTo>
                  <a:cubicBezTo>
                    <a:pt x="726748" y="100698"/>
                    <a:pt x="741036" y="83097"/>
                    <a:pt x="764320" y="83097"/>
                  </a:cubicBezTo>
                  <a:moveTo>
                    <a:pt x="574197" y="121383"/>
                  </a:moveTo>
                  <a:cubicBezTo>
                    <a:pt x="574197" y="97772"/>
                    <a:pt x="591770" y="79341"/>
                    <a:pt x="614228" y="79341"/>
                  </a:cubicBezTo>
                  <a:cubicBezTo>
                    <a:pt x="636685" y="79341"/>
                    <a:pt x="654248" y="97772"/>
                    <a:pt x="654248" y="121383"/>
                  </a:cubicBezTo>
                  <a:cubicBezTo>
                    <a:pt x="654248" y="144993"/>
                    <a:pt x="636686" y="163425"/>
                    <a:pt x="614228" y="163425"/>
                  </a:cubicBezTo>
                  <a:cubicBezTo>
                    <a:pt x="591769" y="163425"/>
                    <a:pt x="574207" y="144791"/>
                    <a:pt x="574207" y="121383"/>
                  </a:cubicBezTo>
                  <a:moveTo>
                    <a:pt x="577062" y="170678"/>
                  </a:moveTo>
                  <a:cubicBezTo>
                    <a:pt x="577272" y="170678"/>
                    <a:pt x="577680" y="170465"/>
                    <a:pt x="577878" y="170465"/>
                  </a:cubicBezTo>
                  <a:cubicBezTo>
                    <a:pt x="578497" y="170465"/>
                    <a:pt x="579313" y="170880"/>
                    <a:pt x="579720" y="171295"/>
                  </a:cubicBezTo>
                  <a:cubicBezTo>
                    <a:pt x="589312" y="182685"/>
                    <a:pt x="604218" y="189110"/>
                    <a:pt x="620557" y="189110"/>
                  </a:cubicBezTo>
                  <a:cubicBezTo>
                    <a:pt x="655472" y="189110"/>
                    <a:pt x="682847" y="159288"/>
                    <a:pt x="682847" y="121170"/>
                  </a:cubicBezTo>
                  <a:cubicBezTo>
                    <a:pt x="682847" y="102525"/>
                    <a:pt x="676508" y="85339"/>
                    <a:pt x="664876" y="72704"/>
                  </a:cubicBezTo>
                  <a:cubicBezTo>
                    <a:pt x="653438" y="60186"/>
                    <a:pt x="637359" y="53121"/>
                    <a:pt x="620557" y="53231"/>
                  </a:cubicBezTo>
                  <a:cubicBezTo>
                    <a:pt x="604427" y="53231"/>
                    <a:pt x="589521" y="60069"/>
                    <a:pt x="579720" y="71874"/>
                  </a:cubicBezTo>
                  <a:cubicBezTo>
                    <a:pt x="579102" y="72704"/>
                    <a:pt x="578088" y="72906"/>
                    <a:pt x="577074" y="72704"/>
                  </a:cubicBezTo>
                  <a:cubicBezTo>
                    <a:pt x="576049" y="72290"/>
                    <a:pt x="575432" y="71460"/>
                    <a:pt x="575432" y="70417"/>
                  </a:cubicBezTo>
                  <a:lnTo>
                    <a:pt x="575432" y="0"/>
                  </a:lnTo>
                  <a:lnTo>
                    <a:pt x="547251" y="0"/>
                  </a:lnTo>
                  <a:lnTo>
                    <a:pt x="547251" y="185993"/>
                  </a:lnTo>
                  <a:lnTo>
                    <a:pt x="575432" y="185993"/>
                  </a:lnTo>
                  <a:lnTo>
                    <a:pt x="575432" y="172965"/>
                  </a:lnTo>
                  <a:cubicBezTo>
                    <a:pt x="575432" y="171923"/>
                    <a:pt x="576048" y="171104"/>
                    <a:pt x="577062" y="170689"/>
                  </a:cubicBezTo>
                  <a:moveTo>
                    <a:pt x="459031" y="163436"/>
                  </a:moveTo>
                  <a:cubicBezTo>
                    <a:pt x="436573" y="163436"/>
                    <a:pt x="419011" y="144993"/>
                    <a:pt x="419011" y="121394"/>
                  </a:cubicBezTo>
                  <a:cubicBezTo>
                    <a:pt x="419011" y="97772"/>
                    <a:pt x="436573" y="79341"/>
                    <a:pt x="459031" y="79341"/>
                  </a:cubicBezTo>
                  <a:cubicBezTo>
                    <a:pt x="481488" y="79341"/>
                    <a:pt x="499051" y="97772"/>
                    <a:pt x="499051" y="121383"/>
                  </a:cubicBezTo>
                  <a:cubicBezTo>
                    <a:pt x="499051" y="144993"/>
                    <a:pt x="481489" y="163425"/>
                    <a:pt x="459031" y="163425"/>
                  </a:cubicBezTo>
                  <a:moveTo>
                    <a:pt x="525809" y="186015"/>
                  </a:moveTo>
                  <a:lnTo>
                    <a:pt x="525809" y="56549"/>
                  </a:lnTo>
                  <a:lnTo>
                    <a:pt x="497827" y="56549"/>
                  </a:lnTo>
                  <a:lnTo>
                    <a:pt x="497827" y="69598"/>
                  </a:lnTo>
                  <a:cubicBezTo>
                    <a:pt x="497827" y="70641"/>
                    <a:pt x="497221" y="71460"/>
                    <a:pt x="496196" y="71874"/>
                  </a:cubicBezTo>
                  <a:cubicBezTo>
                    <a:pt x="495170" y="72290"/>
                    <a:pt x="494156" y="71874"/>
                    <a:pt x="493550" y="71056"/>
                  </a:cubicBezTo>
                  <a:cubicBezTo>
                    <a:pt x="484146" y="59655"/>
                    <a:pt x="469450" y="53231"/>
                    <a:pt x="452703" y="53231"/>
                  </a:cubicBezTo>
                  <a:cubicBezTo>
                    <a:pt x="417578" y="53231"/>
                    <a:pt x="390423" y="83063"/>
                    <a:pt x="390423" y="121394"/>
                  </a:cubicBezTo>
                  <a:cubicBezTo>
                    <a:pt x="390423" y="159703"/>
                    <a:pt x="417787" y="189333"/>
                    <a:pt x="452703" y="189333"/>
                  </a:cubicBezTo>
                  <a:cubicBezTo>
                    <a:pt x="468832" y="189333"/>
                    <a:pt x="483738" y="182494"/>
                    <a:pt x="493539" y="170476"/>
                  </a:cubicBezTo>
                  <a:cubicBezTo>
                    <a:pt x="494156" y="169647"/>
                    <a:pt x="495379" y="169434"/>
                    <a:pt x="496196" y="169647"/>
                  </a:cubicBezTo>
                  <a:cubicBezTo>
                    <a:pt x="497221" y="170062"/>
                    <a:pt x="497827" y="170880"/>
                    <a:pt x="497827" y="171922"/>
                  </a:cubicBezTo>
                  <a:lnTo>
                    <a:pt x="497827" y="186004"/>
                  </a:lnTo>
                  <a:lnTo>
                    <a:pt x="525809" y="186015"/>
                  </a:lnTo>
                  <a:close/>
                  <a:moveTo>
                    <a:pt x="219527" y="163436"/>
                  </a:moveTo>
                  <a:cubicBezTo>
                    <a:pt x="197059" y="163436"/>
                    <a:pt x="179507" y="144993"/>
                    <a:pt x="179507" y="121394"/>
                  </a:cubicBezTo>
                  <a:cubicBezTo>
                    <a:pt x="179507" y="97772"/>
                    <a:pt x="197059" y="79341"/>
                    <a:pt x="219527" y="79341"/>
                  </a:cubicBezTo>
                  <a:cubicBezTo>
                    <a:pt x="241996" y="79341"/>
                    <a:pt x="259547" y="97772"/>
                    <a:pt x="259547" y="121383"/>
                  </a:cubicBezTo>
                  <a:cubicBezTo>
                    <a:pt x="259547" y="144993"/>
                    <a:pt x="241984" y="163425"/>
                    <a:pt x="219527" y="163425"/>
                  </a:cubicBezTo>
                  <a:moveTo>
                    <a:pt x="286294" y="186015"/>
                  </a:moveTo>
                  <a:lnTo>
                    <a:pt x="286294" y="56549"/>
                  </a:lnTo>
                  <a:lnTo>
                    <a:pt x="258323" y="56549"/>
                  </a:lnTo>
                  <a:lnTo>
                    <a:pt x="258323" y="69598"/>
                  </a:lnTo>
                  <a:cubicBezTo>
                    <a:pt x="258323" y="70641"/>
                    <a:pt x="257706" y="71460"/>
                    <a:pt x="256680" y="71874"/>
                  </a:cubicBezTo>
                  <a:cubicBezTo>
                    <a:pt x="255719" y="72268"/>
                    <a:pt x="254618" y="71928"/>
                    <a:pt x="254035" y="71056"/>
                  </a:cubicBezTo>
                  <a:cubicBezTo>
                    <a:pt x="244642" y="59655"/>
                    <a:pt x="229934" y="53231"/>
                    <a:pt x="213188" y="53231"/>
                  </a:cubicBezTo>
                  <a:cubicBezTo>
                    <a:pt x="178272" y="53231"/>
                    <a:pt x="150908" y="83063"/>
                    <a:pt x="150908" y="121170"/>
                  </a:cubicBezTo>
                  <a:cubicBezTo>
                    <a:pt x="150908" y="159288"/>
                    <a:pt x="178272" y="189110"/>
                    <a:pt x="213199" y="189110"/>
                  </a:cubicBezTo>
                  <a:cubicBezTo>
                    <a:pt x="229328" y="189110"/>
                    <a:pt x="244234" y="182270"/>
                    <a:pt x="254035" y="170275"/>
                  </a:cubicBezTo>
                  <a:cubicBezTo>
                    <a:pt x="254641" y="169434"/>
                    <a:pt x="255865" y="169232"/>
                    <a:pt x="256680" y="169434"/>
                  </a:cubicBezTo>
                  <a:cubicBezTo>
                    <a:pt x="257706" y="169849"/>
                    <a:pt x="258323" y="170678"/>
                    <a:pt x="258323" y="171721"/>
                  </a:cubicBezTo>
                  <a:lnTo>
                    <a:pt x="258323" y="185802"/>
                  </a:lnTo>
                  <a:lnTo>
                    <a:pt x="286294" y="185802"/>
                  </a:lnTo>
                  <a:lnTo>
                    <a:pt x="286294" y="186015"/>
                  </a:lnTo>
                  <a:close/>
                  <a:moveTo>
                    <a:pt x="68420" y="163425"/>
                  </a:moveTo>
                  <a:cubicBezTo>
                    <a:pt x="45952" y="163425"/>
                    <a:pt x="28400" y="144993"/>
                    <a:pt x="28400" y="121383"/>
                  </a:cubicBezTo>
                  <a:cubicBezTo>
                    <a:pt x="28400" y="97761"/>
                    <a:pt x="45952" y="79330"/>
                    <a:pt x="68420" y="79330"/>
                  </a:cubicBezTo>
                  <a:cubicBezTo>
                    <a:pt x="90889" y="79330"/>
                    <a:pt x="108441" y="97761"/>
                    <a:pt x="108441" y="121372"/>
                  </a:cubicBezTo>
                  <a:cubicBezTo>
                    <a:pt x="108441" y="144983"/>
                    <a:pt x="90878" y="163413"/>
                    <a:pt x="68420" y="163413"/>
                  </a:cubicBezTo>
                  <a:moveTo>
                    <a:pt x="135594" y="186004"/>
                  </a:moveTo>
                  <a:lnTo>
                    <a:pt x="135594" y="0"/>
                  </a:lnTo>
                  <a:lnTo>
                    <a:pt x="107415" y="0"/>
                  </a:lnTo>
                  <a:lnTo>
                    <a:pt x="107415" y="69587"/>
                  </a:lnTo>
                  <a:cubicBezTo>
                    <a:pt x="107415" y="70630"/>
                    <a:pt x="106798" y="71460"/>
                    <a:pt x="105783" y="71874"/>
                  </a:cubicBezTo>
                  <a:cubicBezTo>
                    <a:pt x="104856" y="72204"/>
                    <a:pt x="103826" y="71959"/>
                    <a:pt x="103138" y="71247"/>
                  </a:cubicBezTo>
                  <a:cubicBezTo>
                    <a:pt x="93535" y="59856"/>
                    <a:pt x="78629" y="53432"/>
                    <a:pt x="62291" y="53432"/>
                  </a:cubicBezTo>
                  <a:cubicBezTo>
                    <a:pt x="27375" y="53432"/>
                    <a:pt x="0" y="83253"/>
                    <a:pt x="0" y="121372"/>
                  </a:cubicBezTo>
                  <a:cubicBezTo>
                    <a:pt x="0" y="140015"/>
                    <a:pt x="6340" y="157213"/>
                    <a:pt x="17971" y="169849"/>
                  </a:cubicBezTo>
                  <a:cubicBezTo>
                    <a:pt x="29411" y="182362"/>
                    <a:pt x="45489" y="189423"/>
                    <a:pt x="62291" y="189311"/>
                  </a:cubicBezTo>
                  <a:cubicBezTo>
                    <a:pt x="78420" y="189311"/>
                    <a:pt x="93325" y="182473"/>
                    <a:pt x="103126" y="170678"/>
                  </a:cubicBezTo>
                  <a:cubicBezTo>
                    <a:pt x="103744" y="169849"/>
                    <a:pt x="104968" y="169635"/>
                    <a:pt x="105773" y="169849"/>
                  </a:cubicBezTo>
                  <a:cubicBezTo>
                    <a:pt x="106798" y="170264"/>
                    <a:pt x="107426" y="171082"/>
                    <a:pt x="107426" y="172124"/>
                  </a:cubicBezTo>
                  <a:lnTo>
                    <a:pt x="107426" y="186004"/>
                  </a:lnTo>
                  <a:lnTo>
                    <a:pt x="135594" y="186004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ADFB1B0-F864-70F4-1B3F-EC7C899F0E3A}"/>
                </a:ext>
              </a:extLst>
            </p:cNvPr>
            <p:cNvSpPr/>
            <p:nvPr/>
          </p:nvSpPr>
          <p:spPr>
            <a:xfrm>
              <a:off x="3644784" y="4322671"/>
              <a:ext cx="620464" cy="121660"/>
            </a:xfrm>
            <a:custGeom>
              <a:avLst/>
              <a:gdLst>
                <a:gd name="connsiteX0" fmla="*/ 63265 w 878752"/>
                <a:gd name="connsiteY0" fmla="*/ 171063 h 172304"/>
                <a:gd name="connsiteX1" fmla="*/ 84767 w 878752"/>
                <a:gd name="connsiteY1" fmla="*/ 169610 h 172304"/>
                <a:gd name="connsiteX2" fmla="*/ 84767 w 878752"/>
                <a:gd name="connsiteY2" fmla="*/ 144830 h 172304"/>
                <a:gd name="connsiteX3" fmla="*/ 70639 w 878752"/>
                <a:gd name="connsiteY3" fmla="*/ 145646 h 172304"/>
                <a:gd name="connsiteX4" fmla="*/ 50376 w 878752"/>
                <a:gd name="connsiteY4" fmla="*/ 118586 h 172304"/>
                <a:gd name="connsiteX5" fmla="*/ 50376 w 878752"/>
                <a:gd name="connsiteY5" fmla="*/ 65493 h 172304"/>
                <a:gd name="connsiteX6" fmla="*/ 52830 w 878752"/>
                <a:gd name="connsiteY6" fmla="*/ 63011 h 172304"/>
                <a:gd name="connsiteX7" fmla="*/ 80466 w 878752"/>
                <a:gd name="connsiteY7" fmla="*/ 63011 h 172304"/>
                <a:gd name="connsiteX8" fmla="*/ 80466 w 878752"/>
                <a:gd name="connsiteY8" fmla="*/ 39663 h 172304"/>
                <a:gd name="connsiteX9" fmla="*/ 52830 w 878752"/>
                <a:gd name="connsiteY9" fmla="*/ 39663 h 172304"/>
                <a:gd name="connsiteX10" fmla="*/ 50376 w 878752"/>
                <a:gd name="connsiteY10" fmla="*/ 37362 h 172304"/>
                <a:gd name="connsiteX11" fmla="*/ 50376 w 878752"/>
                <a:gd name="connsiteY11" fmla="*/ 37191 h 172304"/>
                <a:gd name="connsiteX12" fmla="*/ 50376 w 878752"/>
                <a:gd name="connsiteY12" fmla="*/ 0 h 172304"/>
                <a:gd name="connsiteX13" fmla="*/ 22120 w 878752"/>
                <a:gd name="connsiteY13" fmla="*/ 0 h 172304"/>
                <a:gd name="connsiteX14" fmla="*/ 22120 w 878752"/>
                <a:gd name="connsiteY14" fmla="*/ 37393 h 172304"/>
                <a:gd name="connsiteX15" fmla="*/ 19656 w 878752"/>
                <a:gd name="connsiteY15" fmla="*/ 39875 h 172304"/>
                <a:gd name="connsiteX16" fmla="*/ 0 w 878752"/>
                <a:gd name="connsiteY16" fmla="*/ 39875 h 172304"/>
                <a:gd name="connsiteX17" fmla="*/ 0 w 878752"/>
                <a:gd name="connsiteY17" fmla="*/ 63224 h 172304"/>
                <a:gd name="connsiteX18" fmla="*/ 19656 w 878752"/>
                <a:gd name="connsiteY18" fmla="*/ 63224 h 172304"/>
                <a:gd name="connsiteX19" fmla="*/ 22120 w 878752"/>
                <a:gd name="connsiteY19" fmla="*/ 65694 h 172304"/>
                <a:gd name="connsiteX20" fmla="*/ 22120 w 878752"/>
                <a:gd name="connsiteY20" fmla="*/ 125821 h 172304"/>
                <a:gd name="connsiteX21" fmla="*/ 63265 w 878752"/>
                <a:gd name="connsiteY21" fmla="*/ 171063 h 172304"/>
                <a:gd name="connsiteX22" fmla="*/ 832070 w 878752"/>
                <a:gd name="connsiteY22" fmla="*/ 172305 h 172304"/>
                <a:gd name="connsiteX23" fmla="*/ 878752 w 878752"/>
                <a:gd name="connsiteY23" fmla="*/ 130987 h 172304"/>
                <a:gd name="connsiteX24" fmla="*/ 845180 w 878752"/>
                <a:gd name="connsiteY24" fmla="*/ 93594 h 172304"/>
                <a:gd name="connsiteX25" fmla="*/ 829814 w 878752"/>
                <a:gd name="connsiteY25" fmla="*/ 88428 h 172304"/>
                <a:gd name="connsiteX26" fmla="*/ 814459 w 878752"/>
                <a:gd name="connsiteY26" fmla="*/ 73142 h 172304"/>
                <a:gd name="connsiteX27" fmla="*/ 831252 w 878752"/>
                <a:gd name="connsiteY27" fmla="*/ 59913 h 172304"/>
                <a:gd name="connsiteX28" fmla="*/ 854389 w 878752"/>
                <a:gd name="connsiteY28" fmla="*/ 76854 h 172304"/>
                <a:gd name="connsiteX29" fmla="*/ 877117 w 878752"/>
                <a:gd name="connsiteY29" fmla="*/ 64464 h 172304"/>
                <a:gd name="connsiteX30" fmla="*/ 831252 w 878752"/>
                <a:gd name="connsiteY30" fmla="*/ 36364 h 172304"/>
                <a:gd name="connsiteX31" fmla="*/ 787443 w 878752"/>
                <a:gd name="connsiteY31" fmla="*/ 75412 h 172304"/>
                <a:gd name="connsiteX32" fmla="*/ 819986 w 878752"/>
                <a:gd name="connsiteY32" fmla="*/ 112391 h 172304"/>
                <a:gd name="connsiteX33" fmla="*/ 835762 w 878752"/>
                <a:gd name="connsiteY33" fmla="*/ 117557 h 172304"/>
                <a:gd name="connsiteX34" fmla="*/ 851526 w 878752"/>
                <a:gd name="connsiteY34" fmla="*/ 132843 h 172304"/>
                <a:gd name="connsiteX35" fmla="*/ 832887 w 878752"/>
                <a:gd name="connsiteY35" fmla="*/ 147715 h 172304"/>
                <a:gd name="connsiteX36" fmla="*/ 806279 w 878752"/>
                <a:gd name="connsiteY36" fmla="*/ 128090 h 172304"/>
                <a:gd name="connsiteX37" fmla="*/ 783142 w 878752"/>
                <a:gd name="connsiteY37" fmla="*/ 140492 h 172304"/>
                <a:gd name="connsiteX38" fmla="*/ 832070 w 878752"/>
                <a:gd name="connsiteY38" fmla="*/ 172305 h 17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78752" h="172304">
                  <a:moveTo>
                    <a:pt x="63265" y="171063"/>
                  </a:moveTo>
                  <a:cubicBezTo>
                    <a:pt x="72275" y="171063"/>
                    <a:pt x="80267" y="170236"/>
                    <a:pt x="84767" y="169610"/>
                  </a:cubicBezTo>
                  <a:lnTo>
                    <a:pt x="84767" y="144830"/>
                  </a:lnTo>
                  <a:cubicBezTo>
                    <a:pt x="80072" y="145320"/>
                    <a:pt x="75358" y="145593"/>
                    <a:pt x="70639" y="145646"/>
                  </a:cubicBezTo>
                  <a:cubicBezTo>
                    <a:pt x="59176" y="145646"/>
                    <a:pt x="50376" y="143589"/>
                    <a:pt x="50376" y="118586"/>
                  </a:cubicBezTo>
                  <a:lnTo>
                    <a:pt x="50376" y="65493"/>
                  </a:lnTo>
                  <a:cubicBezTo>
                    <a:pt x="50376" y="64040"/>
                    <a:pt x="51393" y="63011"/>
                    <a:pt x="52830" y="63011"/>
                  </a:cubicBezTo>
                  <a:lnTo>
                    <a:pt x="80466" y="63011"/>
                  </a:lnTo>
                  <a:lnTo>
                    <a:pt x="80466" y="39663"/>
                  </a:lnTo>
                  <a:lnTo>
                    <a:pt x="52830" y="39663"/>
                  </a:lnTo>
                  <a:cubicBezTo>
                    <a:pt x="51524" y="39713"/>
                    <a:pt x="50426" y="38683"/>
                    <a:pt x="50376" y="37362"/>
                  </a:cubicBezTo>
                  <a:cubicBezTo>
                    <a:pt x="50374" y="37305"/>
                    <a:pt x="50374" y="37249"/>
                    <a:pt x="50376" y="37191"/>
                  </a:cubicBezTo>
                  <a:lnTo>
                    <a:pt x="50376" y="0"/>
                  </a:lnTo>
                  <a:lnTo>
                    <a:pt x="22120" y="0"/>
                  </a:lnTo>
                  <a:lnTo>
                    <a:pt x="22120" y="37393"/>
                  </a:lnTo>
                  <a:cubicBezTo>
                    <a:pt x="22120" y="38846"/>
                    <a:pt x="21092" y="39875"/>
                    <a:pt x="19656" y="39875"/>
                  </a:cubicBezTo>
                  <a:lnTo>
                    <a:pt x="0" y="39875"/>
                  </a:lnTo>
                  <a:lnTo>
                    <a:pt x="0" y="63224"/>
                  </a:lnTo>
                  <a:lnTo>
                    <a:pt x="19656" y="63224"/>
                  </a:lnTo>
                  <a:cubicBezTo>
                    <a:pt x="21092" y="63224"/>
                    <a:pt x="22120" y="64252"/>
                    <a:pt x="22120" y="65694"/>
                  </a:cubicBezTo>
                  <a:lnTo>
                    <a:pt x="22120" y="125821"/>
                  </a:lnTo>
                  <a:cubicBezTo>
                    <a:pt x="22120" y="171063"/>
                    <a:pt x="52012" y="171063"/>
                    <a:pt x="63265" y="171063"/>
                  </a:cubicBezTo>
                  <a:moveTo>
                    <a:pt x="832070" y="172305"/>
                  </a:moveTo>
                  <a:cubicBezTo>
                    <a:pt x="855206" y="172305"/>
                    <a:pt x="878752" y="158048"/>
                    <a:pt x="878752" y="130987"/>
                  </a:cubicBezTo>
                  <a:cubicBezTo>
                    <a:pt x="878752" y="113219"/>
                    <a:pt x="867698" y="101019"/>
                    <a:pt x="845180" y="93594"/>
                  </a:cubicBezTo>
                  <a:lnTo>
                    <a:pt x="829814" y="88428"/>
                  </a:lnTo>
                  <a:cubicBezTo>
                    <a:pt x="819378" y="84916"/>
                    <a:pt x="814459" y="79952"/>
                    <a:pt x="814459" y="73142"/>
                  </a:cubicBezTo>
                  <a:cubicBezTo>
                    <a:pt x="814459" y="65292"/>
                    <a:pt x="821423" y="59913"/>
                    <a:pt x="831252" y="59913"/>
                  </a:cubicBezTo>
                  <a:cubicBezTo>
                    <a:pt x="840670" y="59913"/>
                    <a:pt x="849060" y="66120"/>
                    <a:pt x="854389" y="76854"/>
                  </a:cubicBezTo>
                  <a:lnTo>
                    <a:pt x="877117" y="64464"/>
                  </a:lnTo>
                  <a:cubicBezTo>
                    <a:pt x="868726" y="47110"/>
                    <a:pt x="851316" y="36364"/>
                    <a:pt x="831252" y="36364"/>
                  </a:cubicBezTo>
                  <a:cubicBezTo>
                    <a:pt x="805859" y="36364"/>
                    <a:pt x="787443" y="52891"/>
                    <a:pt x="787443" y="75412"/>
                  </a:cubicBezTo>
                  <a:cubicBezTo>
                    <a:pt x="787443" y="93382"/>
                    <a:pt x="798087" y="105369"/>
                    <a:pt x="819986" y="112391"/>
                  </a:cubicBezTo>
                  <a:lnTo>
                    <a:pt x="835762" y="117557"/>
                  </a:lnTo>
                  <a:cubicBezTo>
                    <a:pt x="846816" y="121068"/>
                    <a:pt x="851526" y="125608"/>
                    <a:pt x="851526" y="132843"/>
                  </a:cubicBezTo>
                  <a:cubicBezTo>
                    <a:pt x="851526" y="143801"/>
                    <a:pt x="841489" y="147715"/>
                    <a:pt x="832887" y="147715"/>
                  </a:cubicBezTo>
                  <a:cubicBezTo>
                    <a:pt x="821423" y="147715"/>
                    <a:pt x="811187" y="140279"/>
                    <a:pt x="806279" y="128090"/>
                  </a:cubicBezTo>
                  <a:lnTo>
                    <a:pt x="783142" y="140492"/>
                  </a:lnTo>
                  <a:cubicBezTo>
                    <a:pt x="790714" y="160116"/>
                    <a:pt x="809341" y="172305"/>
                    <a:pt x="832070" y="172305"/>
                  </a:cubicBezTo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6903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24F355-D7E9-3E52-67CB-2AA2FB3EE3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09400" y="979702"/>
            <a:ext cx="1628728" cy="123722"/>
          </a:xfrm>
        </p:spPr>
        <p:txBody>
          <a:bodyPr>
            <a:normAutofit/>
          </a:bodyPr>
          <a:lstStyle/>
          <a:p>
            <a:endParaRPr lang="nl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E2AC68-E09D-9B8B-4879-15ECAE95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88FD7-D7A6-3921-FD11-5020068B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16687-72BC-AB05-6781-294E0891B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898" y="1256701"/>
            <a:ext cx="11232204" cy="424732"/>
          </a:xfrm>
        </p:spPr>
        <p:txBody>
          <a:bodyPr>
            <a:normAutofit fontScale="92500" lnSpcReduction="20000"/>
          </a:bodyPr>
          <a:lstStyle/>
          <a:p>
            <a:r>
              <a:rPr lang="nl-BE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681946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1FD6A-4C25-CBCC-24E1-A8B62032A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4DDCC91-522F-53A2-25E7-8685A1C11D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F444DEDD-57CF-50AC-7807-B3E1D6F06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Questions?</a:t>
            </a:r>
            <a:endParaRPr lang="en-BE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872A9367-27E3-6A1A-D748-7D580ED5C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5529" y="3647183"/>
            <a:ext cx="6081820" cy="424732"/>
          </a:xfrm>
        </p:spPr>
        <p:txBody>
          <a:bodyPr/>
          <a:lstStyle/>
          <a:p>
            <a:r>
              <a:rPr lang="nl-BE" dirty="0"/>
              <a:t>Presented by “Presenter” on “Date”</a:t>
            </a:r>
            <a:endParaRPr lang="en-B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4765CF-A864-D25D-3083-42D250829C7C}"/>
              </a:ext>
            </a:extLst>
          </p:cNvPr>
          <p:cNvGrpSpPr/>
          <p:nvPr/>
        </p:nvGrpSpPr>
        <p:grpSpPr>
          <a:xfrm>
            <a:off x="780430" y="4264091"/>
            <a:ext cx="4281028" cy="295312"/>
            <a:chOff x="1762998" y="2039526"/>
            <a:chExt cx="4246407" cy="2929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32D0516-D046-8D7A-8E6B-F9929730519C}"/>
                </a:ext>
              </a:extLst>
            </p:cNvPr>
            <p:cNvSpPr/>
            <p:nvPr/>
          </p:nvSpPr>
          <p:spPr>
            <a:xfrm>
              <a:off x="1960992" y="2151659"/>
              <a:ext cx="36999" cy="61531"/>
            </a:xfrm>
            <a:custGeom>
              <a:avLst/>
              <a:gdLst>
                <a:gd name="connsiteX0" fmla="*/ 18824 w 36999"/>
                <a:gd name="connsiteY0" fmla="*/ 0 h 61531"/>
                <a:gd name="connsiteX1" fmla="*/ 37000 w 36999"/>
                <a:gd name="connsiteY1" fmla="*/ 58415 h 61531"/>
                <a:gd name="connsiteX2" fmla="*/ 18702 w 36999"/>
                <a:gd name="connsiteY2" fmla="*/ 61532 h 61531"/>
                <a:gd name="connsiteX3" fmla="*/ 0 w 36999"/>
                <a:gd name="connsiteY3" fmla="*/ 58253 h 61531"/>
                <a:gd name="connsiteX4" fmla="*/ 18500 w 36999"/>
                <a:gd name="connsiteY4" fmla="*/ 0 h 61531"/>
                <a:gd name="connsiteX5" fmla="*/ 18824 w 36999"/>
                <a:gd name="connsiteY5" fmla="*/ 0 h 6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999" h="61531">
                  <a:moveTo>
                    <a:pt x="18824" y="0"/>
                  </a:moveTo>
                  <a:lnTo>
                    <a:pt x="37000" y="58415"/>
                  </a:lnTo>
                  <a:cubicBezTo>
                    <a:pt x="31535" y="60358"/>
                    <a:pt x="25301" y="61532"/>
                    <a:pt x="18702" y="61532"/>
                  </a:cubicBezTo>
                  <a:cubicBezTo>
                    <a:pt x="11901" y="61532"/>
                    <a:pt x="5506" y="60358"/>
                    <a:pt x="0" y="58253"/>
                  </a:cubicBezTo>
                  <a:lnTo>
                    <a:pt x="18500" y="0"/>
                  </a:lnTo>
                  <a:lnTo>
                    <a:pt x="18824" y="0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2C765D1-CC46-E99C-CF62-B283419A508A}"/>
                </a:ext>
              </a:extLst>
            </p:cNvPr>
            <p:cNvSpPr/>
            <p:nvPr/>
          </p:nvSpPr>
          <p:spPr>
            <a:xfrm>
              <a:off x="2104984" y="2132714"/>
              <a:ext cx="43598" cy="46998"/>
            </a:xfrm>
            <a:custGeom>
              <a:avLst/>
              <a:gdLst>
                <a:gd name="connsiteX0" fmla="*/ 43598 w 43598"/>
                <a:gd name="connsiteY0" fmla="*/ 23196 h 46998"/>
                <a:gd name="connsiteX1" fmla="*/ 12832 w 43598"/>
                <a:gd name="connsiteY1" fmla="*/ 46999 h 46998"/>
                <a:gd name="connsiteX2" fmla="*/ 0 w 43598"/>
                <a:gd name="connsiteY2" fmla="*/ 46999 h 46998"/>
                <a:gd name="connsiteX3" fmla="*/ 0 w 43598"/>
                <a:gd name="connsiteY3" fmla="*/ 0 h 46998"/>
                <a:gd name="connsiteX4" fmla="*/ 12832 w 43598"/>
                <a:gd name="connsiteY4" fmla="*/ 0 h 46998"/>
                <a:gd name="connsiteX5" fmla="*/ 43598 w 43598"/>
                <a:gd name="connsiteY5" fmla="*/ 23196 h 46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598" h="46998">
                  <a:moveTo>
                    <a:pt x="43598" y="23196"/>
                  </a:moveTo>
                  <a:cubicBezTo>
                    <a:pt x="43598" y="41291"/>
                    <a:pt x="29956" y="46999"/>
                    <a:pt x="12832" y="46999"/>
                  </a:cubicBezTo>
                  <a:lnTo>
                    <a:pt x="0" y="46999"/>
                  </a:lnTo>
                  <a:lnTo>
                    <a:pt x="0" y="0"/>
                  </a:lnTo>
                  <a:lnTo>
                    <a:pt x="12832" y="0"/>
                  </a:lnTo>
                  <a:cubicBezTo>
                    <a:pt x="29956" y="0"/>
                    <a:pt x="43598" y="5708"/>
                    <a:pt x="43598" y="23196"/>
                  </a:cubicBez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99B4652-ABBF-ACD8-A75D-B7AB0962737C}"/>
                </a:ext>
              </a:extLst>
            </p:cNvPr>
            <p:cNvSpPr/>
            <p:nvPr/>
          </p:nvSpPr>
          <p:spPr>
            <a:xfrm>
              <a:off x="1762998" y="2039526"/>
              <a:ext cx="592119" cy="292922"/>
            </a:xfrm>
            <a:custGeom>
              <a:avLst/>
              <a:gdLst>
                <a:gd name="connsiteX0" fmla="*/ 0 w 592119"/>
                <a:gd name="connsiteY0" fmla="*/ 0 h 292922"/>
                <a:gd name="connsiteX1" fmla="*/ 0 w 592119"/>
                <a:gd name="connsiteY1" fmla="*/ 292922 h 292922"/>
                <a:gd name="connsiteX2" fmla="*/ 299237 w 592119"/>
                <a:gd name="connsiteY2" fmla="*/ 292922 h 292922"/>
                <a:gd name="connsiteX3" fmla="*/ 592119 w 592119"/>
                <a:gd name="connsiteY3" fmla="*/ 0 h 292922"/>
                <a:gd name="connsiteX4" fmla="*/ 0 w 592119"/>
                <a:gd name="connsiteY4" fmla="*/ 0 h 292922"/>
                <a:gd name="connsiteX5" fmla="*/ 360809 w 592119"/>
                <a:gd name="connsiteY5" fmla="*/ 180263 h 292922"/>
                <a:gd name="connsiteX6" fmla="*/ 341986 w 592119"/>
                <a:gd name="connsiteY6" fmla="*/ 180263 h 292922"/>
                <a:gd name="connsiteX7" fmla="*/ 341986 w 592119"/>
                <a:gd name="connsiteY7" fmla="*/ 236208 h 292922"/>
                <a:gd name="connsiteX8" fmla="*/ 255599 w 592119"/>
                <a:gd name="connsiteY8" fmla="*/ 236208 h 292922"/>
                <a:gd name="connsiteX9" fmla="*/ 247057 w 592119"/>
                <a:gd name="connsiteY9" fmla="*/ 209450 h 292922"/>
                <a:gd name="connsiteX10" fmla="*/ 216696 w 592119"/>
                <a:gd name="connsiteY10" fmla="*/ 214105 h 292922"/>
                <a:gd name="connsiteX11" fmla="*/ 185566 w 592119"/>
                <a:gd name="connsiteY11" fmla="*/ 209167 h 292922"/>
                <a:gd name="connsiteX12" fmla="*/ 176660 w 592119"/>
                <a:gd name="connsiteY12" fmla="*/ 236208 h 292922"/>
                <a:gd name="connsiteX13" fmla="*/ 123711 w 592119"/>
                <a:gd name="connsiteY13" fmla="*/ 236208 h 292922"/>
                <a:gd name="connsiteX14" fmla="*/ 129581 w 592119"/>
                <a:gd name="connsiteY14" fmla="*/ 220582 h 292922"/>
                <a:gd name="connsiteX15" fmla="*/ 127435 w 592119"/>
                <a:gd name="connsiteY15" fmla="*/ 222404 h 292922"/>
                <a:gd name="connsiteX16" fmla="*/ 77279 w 592119"/>
                <a:gd name="connsiteY16" fmla="*/ 239244 h 292922"/>
                <a:gd name="connsiteX17" fmla="*/ 74242 w 592119"/>
                <a:gd name="connsiteY17" fmla="*/ 239285 h 292922"/>
                <a:gd name="connsiteX18" fmla="*/ 8258 w 592119"/>
                <a:gd name="connsiteY18" fmla="*/ 221716 h 292922"/>
                <a:gd name="connsiteX19" fmla="*/ 26272 w 592119"/>
                <a:gd name="connsiteY19" fmla="*/ 185971 h 292922"/>
                <a:gd name="connsiteX20" fmla="*/ 74526 w 592119"/>
                <a:gd name="connsiteY20" fmla="*/ 199734 h 292922"/>
                <a:gd name="connsiteX21" fmla="*/ 93309 w 592119"/>
                <a:gd name="connsiteY21" fmla="*/ 193865 h 292922"/>
                <a:gd name="connsiteX22" fmla="*/ 97155 w 592119"/>
                <a:gd name="connsiteY22" fmla="*/ 184756 h 292922"/>
                <a:gd name="connsiteX23" fmla="*/ 67927 w 592119"/>
                <a:gd name="connsiteY23" fmla="*/ 166094 h 292922"/>
                <a:gd name="connsiteX24" fmla="*/ 28296 w 592119"/>
                <a:gd name="connsiteY24" fmla="*/ 147959 h 292922"/>
                <a:gd name="connsiteX25" fmla="*/ 8258 w 592119"/>
                <a:gd name="connsiteY25" fmla="*/ 107275 h 292922"/>
                <a:gd name="connsiteX26" fmla="*/ 22224 w 592119"/>
                <a:gd name="connsiteY26" fmla="*/ 73271 h 292922"/>
                <a:gd name="connsiteX27" fmla="*/ 80517 w 592119"/>
                <a:gd name="connsiteY27" fmla="*/ 51978 h 292922"/>
                <a:gd name="connsiteX28" fmla="*/ 80638 w 592119"/>
                <a:gd name="connsiteY28" fmla="*/ 51978 h 292922"/>
                <a:gd name="connsiteX29" fmla="*/ 146663 w 592119"/>
                <a:gd name="connsiteY29" fmla="*/ 67603 h 292922"/>
                <a:gd name="connsiteX30" fmla="*/ 126423 w 592119"/>
                <a:gd name="connsiteY30" fmla="*/ 102863 h 292922"/>
                <a:gd name="connsiteX31" fmla="*/ 83756 w 592119"/>
                <a:gd name="connsiteY31" fmla="*/ 91366 h 292922"/>
                <a:gd name="connsiteX32" fmla="*/ 57362 w 592119"/>
                <a:gd name="connsiteY32" fmla="*/ 103389 h 292922"/>
                <a:gd name="connsiteX33" fmla="*/ 89585 w 592119"/>
                <a:gd name="connsiteY33" fmla="*/ 124075 h 292922"/>
                <a:gd name="connsiteX34" fmla="*/ 148242 w 592119"/>
                <a:gd name="connsiteY34" fmla="*/ 170952 h 292922"/>
                <a:gd name="connsiteX35" fmla="*/ 191719 w 592119"/>
                <a:gd name="connsiteY35" fmla="*/ 55054 h 292922"/>
                <a:gd name="connsiteX36" fmla="*/ 242199 w 592119"/>
                <a:gd name="connsiteY36" fmla="*/ 55054 h 292922"/>
                <a:gd name="connsiteX37" fmla="*/ 293084 w 592119"/>
                <a:gd name="connsiteY37" fmla="*/ 193622 h 292922"/>
                <a:gd name="connsiteX38" fmla="*/ 293084 w 592119"/>
                <a:gd name="connsiteY38" fmla="*/ 55054 h 292922"/>
                <a:gd name="connsiteX39" fmla="*/ 351377 w 592119"/>
                <a:gd name="connsiteY39" fmla="*/ 55095 h 292922"/>
                <a:gd name="connsiteX40" fmla="*/ 433230 w 592119"/>
                <a:gd name="connsiteY40" fmla="*/ 118205 h 292922"/>
                <a:gd name="connsiteX41" fmla="*/ 360809 w 592119"/>
                <a:gd name="connsiteY41" fmla="*/ 180263 h 292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92119" h="292922">
                  <a:moveTo>
                    <a:pt x="0" y="0"/>
                  </a:moveTo>
                  <a:lnTo>
                    <a:pt x="0" y="292922"/>
                  </a:lnTo>
                  <a:lnTo>
                    <a:pt x="299237" y="292922"/>
                  </a:lnTo>
                  <a:lnTo>
                    <a:pt x="592119" y="0"/>
                  </a:lnTo>
                  <a:lnTo>
                    <a:pt x="0" y="0"/>
                  </a:lnTo>
                  <a:close/>
                  <a:moveTo>
                    <a:pt x="360809" y="180263"/>
                  </a:moveTo>
                  <a:lnTo>
                    <a:pt x="341986" y="180263"/>
                  </a:lnTo>
                  <a:lnTo>
                    <a:pt x="341986" y="236208"/>
                  </a:lnTo>
                  <a:lnTo>
                    <a:pt x="255599" y="236208"/>
                  </a:lnTo>
                  <a:lnTo>
                    <a:pt x="247057" y="209450"/>
                  </a:lnTo>
                  <a:cubicBezTo>
                    <a:pt x="237908" y="212446"/>
                    <a:pt x="227626" y="214105"/>
                    <a:pt x="216696" y="214105"/>
                  </a:cubicBezTo>
                  <a:cubicBezTo>
                    <a:pt x="205442" y="214105"/>
                    <a:pt x="194836" y="212364"/>
                    <a:pt x="185566" y="209167"/>
                  </a:cubicBezTo>
                  <a:lnTo>
                    <a:pt x="176660" y="236208"/>
                  </a:lnTo>
                  <a:lnTo>
                    <a:pt x="123711" y="236208"/>
                  </a:lnTo>
                  <a:lnTo>
                    <a:pt x="129581" y="220582"/>
                  </a:lnTo>
                  <a:cubicBezTo>
                    <a:pt x="128852" y="221230"/>
                    <a:pt x="128204" y="221837"/>
                    <a:pt x="127435" y="222404"/>
                  </a:cubicBezTo>
                  <a:cubicBezTo>
                    <a:pt x="114238" y="233051"/>
                    <a:pt x="97722" y="238880"/>
                    <a:pt x="77279" y="239244"/>
                  </a:cubicBezTo>
                  <a:lnTo>
                    <a:pt x="74242" y="239285"/>
                  </a:lnTo>
                  <a:cubicBezTo>
                    <a:pt x="50763" y="239285"/>
                    <a:pt x="27730" y="232767"/>
                    <a:pt x="8258" y="221716"/>
                  </a:cubicBezTo>
                  <a:lnTo>
                    <a:pt x="26272" y="185971"/>
                  </a:lnTo>
                  <a:cubicBezTo>
                    <a:pt x="45784" y="197508"/>
                    <a:pt x="58010" y="200058"/>
                    <a:pt x="74526" y="199734"/>
                  </a:cubicBezTo>
                  <a:cubicBezTo>
                    <a:pt x="83108" y="199573"/>
                    <a:pt x="89302" y="197994"/>
                    <a:pt x="93309" y="193865"/>
                  </a:cubicBezTo>
                  <a:cubicBezTo>
                    <a:pt x="95738" y="191274"/>
                    <a:pt x="97033" y="188116"/>
                    <a:pt x="97155" y="184756"/>
                  </a:cubicBezTo>
                  <a:cubicBezTo>
                    <a:pt x="97317" y="175446"/>
                    <a:pt x="84120" y="171074"/>
                    <a:pt x="67927" y="166094"/>
                  </a:cubicBezTo>
                  <a:cubicBezTo>
                    <a:pt x="54811" y="162006"/>
                    <a:pt x="39914" y="156500"/>
                    <a:pt x="28296" y="147959"/>
                  </a:cubicBezTo>
                  <a:cubicBezTo>
                    <a:pt x="14492" y="137839"/>
                    <a:pt x="7934" y="125127"/>
                    <a:pt x="8258" y="107275"/>
                  </a:cubicBezTo>
                  <a:cubicBezTo>
                    <a:pt x="8460" y="94281"/>
                    <a:pt x="13278" y="82501"/>
                    <a:pt x="22224" y="73271"/>
                  </a:cubicBezTo>
                  <a:cubicBezTo>
                    <a:pt x="35016" y="59993"/>
                    <a:pt x="55702" y="51978"/>
                    <a:pt x="80517" y="51978"/>
                  </a:cubicBezTo>
                  <a:lnTo>
                    <a:pt x="80638" y="51978"/>
                  </a:lnTo>
                  <a:cubicBezTo>
                    <a:pt x="101932" y="52018"/>
                    <a:pt x="127880" y="58050"/>
                    <a:pt x="146663" y="67603"/>
                  </a:cubicBezTo>
                  <a:lnTo>
                    <a:pt x="126423" y="102863"/>
                  </a:lnTo>
                  <a:cubicBezTo>
                    <a:pt x="105818" y="92945"/>
                    <a:pt x="95495" y="91973"/>
                    <a:pt x="83756" y="91366"/>
                  </a:cubicBezTo>
                  <a:cubicBezTo>
                    <a:pt x="66308" y="90435"/>
                    <a:pt x="57524" y="96669"/>
                    <a:pt x="57362" y="103389"/>
                  </a:cubicBezTo>
                  <a:cubicBezTo>
                    <a:pt x="57240" y="111607"/>
                    <a:pt x="73878" y="119015"/>
                    <a:pt x="89585" y="124075"/>
                  </a:cubicBezTo>
                  <a:cubicBezTo>
                    <a:pt x="113388" y="131645"/>
                    <a:pt x="143587" y="141725"/>
                    <a:pt x="148242" y="170952"/>
                  </a:cubicBezTo>
                  <a:lnTo>
                    <a:pt x="191719" y="55054"/>
                  </a:lnTo>
                  <a:lnTo>
                    <a:pt x="242199" y="55054"/>
                  </a:lnTo>
                  <a:lnTo>
                    <a:pt x="293084" y="193622"/>
                  </a:lnTo>
                  <a:lnTo>
                    <a:pt x="293084" y="55054"/>
                  </a:lnTo>
                  <a:lnTo>
                    <a:pt x="351377" y="55095"/>
                  </a:lnTo>
                  <a:cubicBezTo>
                    <a:pt x="407079" y="55095"/>
                    <a:pt x="433230" y="74931"/>
                    <a:pt x="433230" y="118205"/>
                  </a:cubicBezTo>
                  <a:cubicBezTo>
                    <a:pt x="433230" y="157067"/>
                    <a:pt x="406310" y="180263"/>
                    <a:pt x="360809" y="180263"/>
                  </a:cubicBez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C2E63BB-A3BA-50D9-291D-2627004F0CF7}"/>
                </a:ext>
              </a:extLst>
            </p:cNvPr>
            <p:cNvSpPr/>
            <p:nvPr/>
          </p:nvSpPr>
          <p:spPr>
            <a:xfrm>
              <a:off x="3145948" y="2086317"/>
              <a:ext cx="987337" cy="191071"/>
            </a:xfrm>
            <a:custGeom>
              <a:avLst/>
              <a:gdLst>
                <a:gd name="connsiteX0" fmla="*/ 189047 w 987337"/>
                <a:gd name="connsiteY0" fmla="*/ 12954 h 191071"/>
                <a:gd name="connsiteX1" fmla="*/ 189047 w 987337"/>
                <a:gd name="connsiteY1" fmla="*/ 187833 h 191071"/>
                <a:gd name="connsiteX2" fmla="*/ 158687 w 987337"/>
                <a:gd name="connsiteY2" fmla="*/ 187833 h 191071"/>
                <a:gd name="connsiteX3" fmla="*/ 158687 w 987337"/>
                <a:gd name="connsiteY3" fmla="*/ 50602 h 191071"/>
                <a:gd name="connsiteX4" fmla="*/ 158282 w 987337"/>
                <a:gd name="connsiteY4" fmla="*/ 50602 h 191071"/>
                <a:gd name="connsiteX5" fmla="*/ 104037 w 987337"/>
                <a:gd name="connsiteY5" fmla="*/ 187833 h 191071"/>
                <a:gd name="connsiteX6" fmla="*/ 83796 w 987337"/>
                <a:gd name="connsiteY6" fmla="*/ 187833 h 191071"/>
                <a:gd name="connsiteX7" fmla="*/ 28337 w 987337"/>
                <a:gd name="connsiteY7" fmla="*/ 50602 h 191071"/>
                <a:gd name="connsiteX8" fmla="*/ 27932 w 987337"/>
                <a:gd name="connsiteY8" fmla="*/ 50602 h 191071"/>
                <a:gd name="connsiteX9" fmla="*/ 27932 w 987337"/>
                <a:gd name="connsiteY9" fmla="*/ 187833 h 191071"/>
                <a:gd name="connsiteX10" fmla="*/ 0 w 987337"/>
                <a:gd name="connsiteY10" fmla="*/ 187833 h 191071"/>
                <a:gd name="connsiteX11" fmla="*/ 0 w 987337"/>
                <a:gd name="connsiteY11" fmla="*/ 12954 h 191071"/>
                <a:gd name="connsiteX12" fmla="*/ 43720 w 987337"/>
                <a:gd name="connsiteY12" fmla="*/ 12954 h 191071"/>
                <a:gd name="connsiteX13" fmla="*/ 93917 w 987337"/>
                <a:gd name="connsiteY13" fmla="*/ 142494 h 191071"/>
                <a:gd name="connsiteX14" fmla="*/ 94726 w 987337"/>
                <a:gd name="connsiteY14" fmla="*/ 142494 h 191071"/>
                <a:gd name="connsiteX15" fmla="*/ 147757 w 987337"/>
                <a:gd name="connsiteY15" fmla="*/ 12954 h 191071"/>
                <a:gd name="connsiteX16" fmla="*/ 189047 w 987337"/>
                <a:gd name="connsiteY16" fmla="*/ 12954 h 191071"/>
                <a:gd name="connsiteX17" fmla="*/ 214146 w 987337"/>
                <a:gd name="connsiteY17" fmla="*/ 26313 h 191071"/>
                <a:gd name="connsiteX18" fmla="*/ 219408 w 987337"/>
                <a:gd name="connsiteY18" fmla="*/ 14168 h 191071"/>
                <a:gd name="connsiteX19" fmla="*/ 231958 w 987337"/>
                <a:gd name="connsiteY19" fmla="*/ 9311 h 191071"/>
                <a:gd name="connsiteX20" fmla="*/ 244912 w 987337"/>
                <a:gd name="connsiteY20" fmla="*/ 14168 h 191071"/>
                <a:gd name="connsiteX21" fmla="*/ 250174 w 987337"/>
                <a:gd name="connsiteY21" fmla="*/ 26313 h 191071"/>
                <a:gd name="connsiteX22" fmla="*/ 244912 w 987337"/>
                <a:gd name="connsiteY22" fmla="*/ 38457 h 191071"/>
                <a:gd name="connsiteX23" fmla="*/ 231958 w 987337"/>
                <a:gd name="connsiteY23" fmla="*/ 43315 h 191071"/>
                <a:gd name="connsiteX24" fmla="*/ 219408 w 987337"/>
                <a:gd name="connsiteY24" fmla="*/ 38457 h 191071"/>
                <a:gd name="connsiteX25" fmla="*/ 214146 w 987337"/>
                <a:gd name="connsiteY25" fmla="*/ 26313 h 191071"/>
                <a:gd name="connsiteX26" fmla="*/ 246936 w 987337"/>
                <a:gd name="connsiteY26" fmla="*/ 62341 h 191071"/>
                <a:gd name="connsiteX27" fmla="*/ 246936 w 987337"/>
                <a:gd name="connsiteY27" fmla="*/ 187833 h 191071"/>
                <a:gd name="connsiteX28" fmla="*/ 217384 w 987337"/>
                <a:gd name="connsiteY28" fmla="*/ 187833 h 191071"/>
                <a:gd name="connsiteX29" fmla="*/ 217384 w 987337"/>
                <a:gd name="connsiteY29" fmla="*/ 62341 h 191071"/>
                <a:gd name="connsiteX30" fmla="*/ 246936 w 987337"/>
                <a:gd name="connsiteY30" fmla="*/ 62341 h 191071"/>
                <a:gd name="connsiteX31" fmla="*/ 336399 w 987337"/>
                <a:gd name="connsiteY31" fmla="*/ 166378 h 191071"/>
                <a:gd name="connsiteX32" fmla="*/ 350973 w 987337"/>
                <a:gd name="connsiteY32" fmla="*/ 163139 h 191071"/>
                <a:gd name="connsiteX33" fmla="*/ 365546 w 987337"/>
                <a:gd name="connsiteY33" fmla="*/ 155043 h 191071"/>
                <a:gd name="connsiteX34" fmla="*/ 365546 w 987337"/>
                <a:gd name="connsiteY34" fmla="*/ 182570 h 191071"/>
                <a:gd name="connsiteX35" fmla="*/ 349353 w 987337"/>
                <a:gd name="connsiteY35" fmla="*/ 188643 h 191071"/>
                <a:gd name="connsiteX36" fmla="*/ 329518 w 987337"/>
                <a:gd name="connsiteY36" fmla="*/ 190667 h 191071"/>
                <a:gd name="connsiteX37" fmla="*/ 284583 w 987337"/>
                <a:gd name="connsiteY37" fmla="*/ 173260 h 191071"/>
                <a:gd name="connsiteX38" fmla="*/ 267177 w 987337"/>
                <a:gd name="connsiteY38" fmla="*/ 128730 h 191071"/>
                <a:gd name="connsiteX39" fmla="*/ 284988 w 987337"/>
                <a:gd name="connsiteY39" fmla="*/ 78938 h 191071"/>
                <a:gd name="connsiteX40" fmla="*/ 335185 w 987337"/>
                <a:gd name="connsiteY40" fmla="*/ 59507 h 191071"/>
                <a:gd name="connsiteX41" fmla="*/ 351782 w 987337"/>
                <a:gd name="connsiteY41" fmla="*/ 61532 h 191071"/>
                <a:gd name="connsiteX42" fmla="*/ 365141 w 987337"/>
                <a:gd name="connsiteY42" fmla="*/ 66389 h 191071"/>
                <a:gd name="connsiteX43" fmla="*/ 365141 w 987337"/>
                <a:gd name="connsiteY43" fmla="*/ 94726 h 191071"/>
                <a:gd name="connsiteX44" fmla="*/ 351377 w 987337"/>
                <a:gd name="connsiteY44" fmla="*/ 87035 h 191071"/>
                <a:gd name="connsiteX45" fmla="*/ 336804 w 987337"/>
                <a:gd name="connsiteY45" fmla="*/ 84201 h 191071"/>
                <a:gd name="connsiteX46" fmla="*/ 308467 w 987337"/>
                <a:gd name="connsiteY46" fmla="*/ 95536 h 191071"/>
                <a:gd name="connsiteX47" fmla="*/ 297942 w 987337"/>
                <a:gd name="connsiteY47" fmla="*/ 126302 h 191071"/>
                <a:gd name="connsiteX48" fmla="*/ 308467 w 987337"/>
                <a:gd name="connsiteY48" fmla="*/ 155853 h 191071"/>
                <a:gd name="connsiteX49" fmla="*/ 336399 w 987337"/>
                <a:gd name="connsiteY49" fmla="*/ 166378 h 191071"/>
                <a:gd name="connsiteX50" fmla="*/ 449342 w 987337"/>
                <a:gd name="connsiteY50" fmla="*/ 60317 h 191071"/>
                <a:gd name="connsiteX51" fmla="*/ 455819 w 987337"/>
                <a:gd name="connsiteY51" fmla="*/ 60722 h 191071"/>
                <a:gd name="connsiteX52" fmla="*/ 460677 w 987337"/>
                <a:gd name="connsiteY52" fmla="*/ 61936 h 191071"/>
                <a:gd name="connsiteX53" fmla="*/ 460677 w 987337"/>
                <a:gd name="connsiteY53" fmla="*/ 91892 h 191071"/>
                <a:gd name="connsiteX54" fmla="*/ 453795 w 987337"/>
                <a:gd name="connsiteY54" fmla="*/ 88654 h 191071"/>
                <a:gd name="connsiteX55" fmla="*/ 442865 w 987337"/>
                <a:gd name="connsiteY55" fmla="*/ 87035 h 191071"/>
                <a:gd name="connsiteX56" fmla="*/ 424648 w 987337"/>
                <a:gd name="connsiteY56" fmla="*/ 96345 h 191071"/>
                <a:gd name="connsiteX57" fmla="*/ 416957 w 987337"/>
                <a:gd name="connsiteY57" fmla="*/ 124682 h 191071"/>
                <a:gd name="connsiteX58" fmla="*/ 416957 w 987337"/>
                <a:gd name="connsiteY58" fmla="*/ 187833 h 191071"/>
                <a:gd name="connsiteX59" fmla="*/ 387406 w 987337"/>
                <a:gd name="connsiteY59" fmla="*/ 187833 h 191071"/>
                <a:gd name="connsiteX60" fmla="*/ 387406 w 987337"/>
                <a:gd name="connsiteY60" fmla="*/ 62341 h 191071"/>
                <a:gd name="connsiteX61" fmla="*/ 416957 w 987337"/>
                <a:gd name="connsiteY61" fmla="*/ 62341 h 191071"/>
                <a:gd name="connsiteX62" fmla="*/ 416957 w 987337"/>
                <a:gd name="connsiteY62" fmla="*/ 82177 h 191071"/>
                <a:gd name="connsiteX63" fmla="*/ 417362 w 987337"/>
                <a:gd name="connsiteY63" fmla="*/ 82177 h 191071"/>
                <a:gd name="connsiteX64" fmla="*/ 429506 w 987337"/>
                <a:gd name="connsiteY64" fmla="*/ 65984 h 191071"/>
                <a:gd name="connsiteX65" fmla="*/ 449342 w 987337"/>
                <a:gd name="connsiteY65" fmla="*/ 60317 h 191071"/>
                <a:gd name="connsiteX66" fmla="*/ 462296 w 987337"/>
                <a:gd name="connsiteY66" fmla="*/ 127111 h 191071"/>
                <a:gd name="connsiteX67" fmla="*/ 479703 w 987337"/>
                <a:gd name="connsiteY67" fmla="*/ 77724 h 191071"/>
                <a:gd name="connsiteX68" fmla="*/ 528280 w 987337"/>
                <a:gd name="connsiteY68" fmla="*/ 59507 h 191071"/>
                <a:gd name="connsiteX69" fmla="*/ 574024 w 987337"/>
                <a:gd name="connsiteY69" fmla="*/ 76914 h 191071"/>
                <a:gd name="connsiteX70" fmla="*/ 590622 w 987337"/>
                <a:gd name="connsiteY70" fmla="*/ 124277 h 191071"/>
                <a:gd name="connsiteX71" fmla="*/ 573215 w 987337"/>
                <a:gd name="connsiteY71" fmla="*/ 172855 h 191071"/>
                <a:gd name="connsiteX72" fmla="*/ 525447 w 987337"/>
                <a:gd name="connsiteY72" fmla="*/ 191072 h 191071"/>
                <a:gd name="connsiteX73" fmla="*/ 479298 w 987337"/>
                <a:gd name="connsiteY73" fmla="*/ 174069 h 191071"/>
                <a:gd name="connsiteX74" fmla="*/ 462296 w 987337"/>
                <a:gd name="connsiteY74" fmla="*/ 127111 h 191071"/>
                <a:gd name="connsiteX75" fmla="*/ 493062 w 987337"/>
                <a:gd name="connsiteY75" fmla="*/ 125897 h 191071"/>
                <a:gd name="connsiteX76" fmla="*/ 501968 w 987337"/>
                <a:gd name="connsiteY76" fmla="*/ 155853 h 191071"/>
                <a:gd name="connsiteX77" fmla="*/ 527471 w 987337"/>
                <a:gd name="connsiteY77" fmla="*/ 166378 h 191071"/>
                <a:gd name="connsiteX78" fmla="*/ 552164 w 987337"/>
                <a:gd name="connsiteY78" fmla="*/ 155853 h 191071"/>
                <a:gd name="connsiteX79" fmla="*/ 560666 w 987337"/>
                <a:gd name="connsiteY79" fmla="*/ 125087 h 191071"/>
                <a:gd name="connsiteX80" fmla="*/ 552164 w 987337"/>
                <a:gd name="connsiteY80" fmla="*/ 94321 h 191071"/>
                <a:gd name="connsiteX81" fmla="*/ 527876 w 987337"/>
                <a:gd name="connsiteY81" fmla="*/ 83796 h 191071"/>
                <a:gd name="connsiteX82" fmla="*/ 502777 w 987337"/>
                <a:gd name="connsiteY82" fmla="*/ 94726 h 191071"/>
                <a:gd name="connsiteX83" fmla="*/ 493062 w 987337"/>
                <a:gd name="connsiteY83" fmla="*/ 125897 h 191071"/>
                <a:gd name="connsiteX84" fmla="*/ 634746 w 987337"/>
                <a:gd name="connsiteY84" fmla="*/ 95536 h 191071"/>
                <a:gd name="connsiteX85" fmla="*/ 638794 w 987337"/>
                <a:gd name="connsiteY85" fmla="*/ 105656 h 191071"/>
                <a:gd name="connsiteX86" fmla="*/ 656606 w 987337"/>
                <a:gd name="connsiteY86" fmla="*/ 114562 h 191071"/>
                <a:gd name="connsiteX87" fmla="*/ 681300 w 987337"/>
                <a:gd name="connsiteY87" fmla="*/ 130350 h 191071"/>
                <a:gd name="connsiteX88" fmla="*/ 688586 w 987337"/>
                <a:gd name="connsiteY88" fmla="*/ 151805 h 191071"/>
                <a:gd name="connsiteX89" fmla="*/ 674823 w 987337"/>
                <a:gd name="connsiteY89" fmla="*/ 180142 h 191071"/>
                <a:gd name="connsiteX90" fmla="*/ 637985 w 987337"/>
                <a:gd name="connsiteY90" fmla="*/ 190667 h 191071"/>
                <a:gd name="connsiteX91" fmla="*/ 620578 w 987337"/>
                <a:gd name="connsiteY91" fmla="*/ 188643 h 191071"/>
                <a:gd name="connsiteX92" fmla="*/ 604385 w 987337"/>
                <a:gd name="connsiteY92" fmla="*/ 183785 h 191071"/>
                <a:gd name="connsiteX93" fmla="*/ 604385 w 987337"/>
                <a:gd name="connsiteY93" fmla="*/ 154638 h 191071"/>
                <a:gd name="connsiteX94" fmla="*/ 621792 w 987337"/>
                <a:gd name="connsiteY94" fmla="*/ 163544 h 191071"/>
                <a:gd name="connsiteX95" fmla="*/ 638794 w 987337"/>
                <a:gd name="connsiteY95" fmla="*/ 166783 h 191071"/>
                <a:gd name="connsiteX96" fmla="*/ 653368 w 987337"/>
                <a:gd name="connsiteY96" fmla="*/ 163949 h 191071"/>
                <a:gd name="connsiteX97" fmla="*/ 658225 w 987337"/>
                <a:gd name="connsiteY97" fmla="*/ 154638 h 191071"/>
                <a:gd name="connsiteX98" fmla="*/ 653368 w 987337"/>
                <a:gd name="connsiteY98" fmla="*/ 144113 h 191071"/>
                <a:gd name="connsiteX99" fmla="*/ 634746 w 987337"/>
                <a:gd name="connsiteY99" fmla="*/ 134398 h 191071"/>
                <a:gd name="connsiteX100" fmla="*/ 611672 w 987337"/>
                <a:gd name="connsiteY100" fmla="*/ 119015 h 191071"/>
                <a:gd name="connsiteX101" fmla="*/ 604790 w 987337"/>
                <a:gd name="connsiteY101" fmla="*/ 97155 h 191071"/>
                <a:gd name="connsiteX102" fmla="*/ 618149 w 987337"/>
                <a:gd name="connsiteY102" fmla="*/ 69223 h 191071"/>
                <a:gd name="connsiteX103" fmla="*/ 652963 w 987337"/>
                <a:gd name="connsiteY103" fmla="*/ 58293 h 191071"/>
                <a:gd name="connsiteX104" fmla="*/ 667536 w 987337"/>
                <a:gd name="connsiteY104" fmla="*/ 59912 h 191071"/>
                <a:gd name="connsiteX105" fmla="*/ 681300 w 987337"/>
                <a:gd name="connsiteY105" fmla="*/ 63556 h 191071"/>
                <a:gd name="connsiteX106" fmla="*/ 681300 w 987337"/>
                <a:gd name="connsiteY106" fmla="*/ 92297 h 191071"/>
                <a:gd name="connsiteX107" fmla="*/ 667536 w 987337"/>
                <a:gd name="connsiteY107" fmla="*/ 85415 h 191071"/>
                <a:gd name="connsiteX108" fmla="*/ 652153 w 987337"/>
                <a:gd name="connsiteY108" fmla="*/ 82582 h 191071"/>
                <a:gd name="connsiteX109" fmla="*/ 639199 w 987337"/>
                <a:gd name="connsiteY109" fmla="*/ 85820 h 191071"/>
                <a:gd name="connsiteX110" fmla="*/ 634746 w 987337"/>
                <a:gd name="connsiteY110" fmla="*/ 95536 h 191071"/>
                <a:gd name="connsiteX111" fmla="*/ 701135 w 987337"/>
                <a:gd name="connsiteY111" fmla="*/ 127111 h 191071"/>
                <a:gd name="connsiteX112" fmla="*/ 718542 w 987337"/>
                <a:gd name="connsiteY112" fmla="*/ 77724 h 191071"/>
                <a:gd name="connsiteX113" fmla="*/ 767120 w 987337"/>
                <a:gd name="connsiteY113" fmla="*/ 59507 h 191071"/>
                <a:gd name="connsiteX114" fmla="*/ 812863 w 987337"/>
                <a:gd name="connsiteY114" fmla="*/ 76914 h 191071"/>
                <a:gd name="connsiteX115" fmla="*/ 829461 w 987337"/>
                <a:gd name="connsiteY115" fmla="*/ 124277 h 191071"/>
                <a:gd name="connsiteX116" fmla="*/ 812054 w 987337"/>
                <a:gd name="connsiteY116" fmla="*/ 172855 h 191071"/>
                <a:gd name="connsiteX117" fmla="*/ 764286 w 987337"/>
                <a:gd name="connsiteY117" fmla="*/ 191072 h 191071"/>
                <a:gd name="connsiteX118" fmla="*/ 718138 w 987337"/>
                <a:gd name="connsiteY118" fmla="*/ 174069 h 191071"/>
                <a:gd name="connsiteX119" fmla="*/ 701135 w 987337"/>
                <a:gd name="connsiteY119" fmla="*/ 127111 h 191071"/>
                <a:gd name="connsiteX120" fmla="*/ 731901 w 987337"/>
                <a:gd name="connsiteY120" fmla="*/ 125897 h 191071"/>
                <a:gd name="connsiteX121" fmla="*/ 740807 w 987337"/>
                <a:gd name="connsiteY121" fmla="*/ 155853 h 191071"/>
                <a:gd name="connsiteX122" fmla="*/ 766310 w 987337"/>
                <a:gd name="connsiteY122" fmla="*/ 166378 h 191071"/>
                <a:gd name="connsiteX123" fmla="*/ 791004 w 987337"/>
                <a:gd name="connsiteY123" fmla="*/ 155853 h 191071"/>
                <a:gd name="connsiteX124" fmla="*/ 799505 w 987337"/>
                <a:gd name="connsiteY124" fmla="*/ 125087 h 191071"/>
                <a:gd name="connsiteX125" fmla="*/ 791004 w 987337"/>
                <a:gd name="connsiteY125" fmla="*/ 94321 h 191071"/>
                <a:gd name="connsiteX126" fmla="*/ 766715 w 987337"/>
                <a:gd name="connsiteY126" fmla="*/ 83796 h 191071"/>
                <a:gd name="connsiteX127" fmla="*/ 741617 w 987337"/>
                <a:gd name="connsiteY127" fmla="*/ 94726 h 191071"/>
                <a:gd name="connsiteX128" fmla="*/ 731901 w 987337"/>
                <a:gd name="connsiteY128" fmla="*/ 125897 h 191071"/>
                <a:gd name="connsiteX129" fmla="*/ 927830 w 987337"/>
                <a:gd name="connsiteY129" fmla="*/ 86630 h 191071"/>
                <a:gd name="connsiteX130" fmla="*/ 883706 w 987337"/>
                <a:gd name="connsiteY130" fmla="*/ 86630 h 191071"/>
                <a:gd name="connsiteX131" fmla="*/ 883706 w 987337"/>
                <a:gd name="connsiteY131" fmla="*/ 187833 h 191071"/>
                <a:gd name="connsiteX132" fmla="*/ 853750 w 987337"/>
                <a:gd name="connsiteY132" fmla="*/ 187833 h 191071"/>
                <a:gd name="connsiteX133" fmla="*/ 853750 w 987337"/>
                <a:gd name="connsiteY133" fmla="*/ 86630 h 191071"/>
                <a:gd name="connsiteX134" fmla="*/ 832699 w 987337"/>
                <a:gd name="connsiteY134" fmla="*/ 86630 h 191071"/>
                <a:gd name="connsiteX135" fmla="*/ 832699 w 987337"/>
                <a:gd name="connsiteY135" fmla="*/ 62341 h 191071"/>
                <a:gd name="connsiteX136" fmla="*/ 853750 w 987337"/>
                <a:gd name="connsiteY136" fmla="*/ 62341 h 191071"/>
                <a:gd name="connsiteX137" fmla="*/ 853750 w 987337"/>
                <a:gd name="connsiteY137" fmla="*/ 44934 h 191071"/>
                <a:gd name="connsiteX138" fmla="*/ 866704 w 987337"/>
                <a:gd name="connsiteY138" fmla="*/ 12549 h 191071"/>
                <a:gd name="connsiteX139" fmla="*/ 899494 w 987337"/>
                <a:gd name="connsiteY139" fmla="*/ 0 h 191071"/>
                <a:gd name="connsiteX140" fmla="*/ 909209 w 987337"/>
                <a:gd name="connsiteY140" fmla="*/ 405 h 191071"/>
                <a:gd name="connsiteX141" fmla="*/ 916496 w 987337"/>
                <a:gd name="connsiteY141" fmla="*/ 2024 h 191071"/>
                <a:gd name="connsiteX142" fmla="*/ 916496 w 987337"/>
                <a:gd name="connsiteY142" fmla="*/ 27527 h 191071"/>
                <a:gd name="connsiteX143" fmla="*/ 911233 w 987337"/>
                <a:gd name="connsiteY143" fmla="*/ 25503 h 191071"/>
                <a:gd name="connsiteX144" fmla="*/ 902732 w 987337"/>
                <a:gd name="connsiteY144" fmla="*/ 24289 h 191071"/>
                <a:gd name="connsiteX145" fmla="*/ 888564 w 987337"/>
                <a:gd name="connsiteY145" fmla="*/ 29956 h 191071"/>
                <a:gd name="connsiteX146" fmla="*/ 883706 w 987337"/>
                <a:gd name="connsiteY146" fmla="*/ 46958 h 191071"/>
                <a:gd name="connsiteX147" fmla="*/ 883706 w 987337"/>
                <a:gd name="connsiteY147" fmla="*/ 61936 h 191071"/>
                <a:gd name="connsiteX148" fmla="*/ 927830 w 987337"/>
                <a:gd name="connsiteY148" fmla="*/ 61936 h 191071"/>
                <a:gd name="connsiteX149" fmla="*/ 927830 w 987337"/>
                <a:gd name="connsiteY149" fmla="*/ 33599 h 191071"/>
                <a:gd name="connsiteX150" fmla="*/ 957382 w 987337"/>
                <a:gd name="connsiteY150" fmla="*/ 24693 h 191071"/>
                <a:gd name="connsiteX151" fmla="*/ 957382 w 987337"/>
                <a:gd name="connsiteY151" fmla="*/ 61936 h 191071"/>
                <a:gd name="connsiteX152" fmla="*/ 987338 w 987337"/>
                <a:gd name="connsiteY152" fmla="*/ 61936 h 191071"/>
                <a:gd name="connsiteX153" fmla="*/ 987338 w 987337"/>
                <a:gd name="connsiteY153" fmla="*/ 86225 h 191071"/>
                <a:gd name="connsiteX154" fmla="*/ 957382 w 987337"/>
                <a:gd name="connsiteY154" fmla="*/ 86225 h 191071"/>
                <a:gd name="connsiteX155" fmla="*/ 957382 w 987337"/>
                <a:gd name="connsiteY155" fmla="*/ 144923 h 191071"/>
                <a:gd name="connsiteX156" fmla="*/ 961430 w 987337"/>
                <a:gd name="connsiteY156" fmla="*/ 161115 h 191071"/>
                <a:gd name="connsiteX157" fmla="*/ 974788 w 987337"/>
                <a:gd name="connsiteY157" fmla="*/ 165973 h 191071"/>
                <a:gd name="connsiteX158" fmla="*/ 980861 w 987337"/>
                <a:gd name="connsiteY158" fmla="*/ 164759 h 191071"/>
                <a:gd name="connsiteX159" fmla="*/ 986933 w 987337"/>
                <a:gd name="connsiteY159" fmla="*/ 161925 h 191071"/>
                <a:gd name="connsiteX160" fmla="*/ 986933 w 987337"/>
                <a:gd name="connsiteY160" fmla="*/ 186214 h 191071"/>
                <a:gd name="connsiteX161" fmla="*/ 977622 w 987337"/>
                <a:gd name="connsiteY161" fmla="*/ 189047 h 191071"/>
                <a:gd name="connsiteX162" fmla="*/ 964668 w 987337"/>
                <a:gd name="connsiteY162" fmla="*/ 190262 h 191071"/>
                <a:gd name="connsiteX163" fmla="*/ 936736 w 987337"/>
                <a:gd name="connsiteY163" fmla="*/ 180546 h 191071"/>
                <a:gd name="connsiteX164" fmla="*/ 927426 w 987337"/>
                <a:gd name="connsiteY164" fmla="*/ 150590 h 191071"/>
                <a:gd name="connsiteX165" fmla="*/ 927830 w 987337"/>
                <a:gd name="connsiteY165" fmla="*/ 86630 h 191071"/>
                <a:gd name="connsiteX166" fmla="*/ 927830 w 987337"/>
                <a:gd name="connsiteY166" fmla="*/ 86630 h 191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</a:cxnLst>
              <a:rect l="l" t="t" r="r" b="b"/>
              <a:pathLst>
                <a:path w="987337" h="191071">
                  <a:moveTo>
                    <a:pt x="189047" y="12954"/>
                  </a:moveTo>
                  <a:lnTo>
                    <a:pt x="189047" y="187833"/>
                  </a:lnTo>
                  <a:lnTo>
                    <a:pt x="158687" y="187833"/>
                  </a:lnTo>
                  <a:lnTo>
                    <a:pt x="158687" y="50602"/>
                  </a:lnTo>
                  <a:lnTo>
                    <a:pt x="158282" y="50602"/>
                  </a:lnTo>
                  <a:lnTo>
                    <a:pt x="104037" y="187833"/>
                  </a:lnTo>
                  <a:lnTo>
                    <a:pt x="83796" y="187833"/>
                  </a:lnTo>
                  <a:lnTo>
                    <a:pt x="28337" y="50602"/>
                  </a:lnTo>
                  <a:lnTo>
                    <a:pt x="27932" y="50602"/>
                  </a:lnTo>
                  <a:lnTo>
                    <a:pt x="27932" y="187833"/>
                  </a:lnTo>
                  <a:lnTo>
                    <a:pt x="0" y="187833"/>
                  </a:lnTo>
                  <a:lnTo>
                    <a:pt x="0" y="12954"/>
                  </a:lnTo>
                  <a:lnTo>
                    <a:pt x="43720" y="12954"/>
                  </a:lnTo>
                  <a:lnTo>
                    <a:pt x="93917" y="142494"/>
                  </a:lnTo>
                  <a:lnTo>
                    <a:pt x="94726" y="142494"/>
                  </a:lnTo>
                  <a:lnTo>
                    <a:pt x="147757" y="12954"/>
                  </a:lnTo>
                  <a:cubicBezTo>
                    <a:pt x="147757" y="12954"/>
                    <a:pt x="189047" y="12954"/>
                    <a:pt x="189047" y="12954"/>
                  </a:cubicBezTo>
                  <a:close/>
                  <a:moveTo>
                    <a:pt x="214146" y="26313"/>
                  </a:moveTo>
                  <a:cubicBezTo>
                    <a:pt x="214146" y="21455"/>
                    <a:pt x="215765" y="17407"/>
                    <a:pt x="219408" y="14168"/>
                  </a:cubicBezTo>
                  <a:cubicBezTo>
                    <a:pt x="223052" y="10930"/>
                    <a:pt x="227100" y="9311"/>
                    <a:pt x="231958" y="9311"/>
                  </a:cubicBezTo>
                  <a:cubicBezTo>
                    <a:pt x="237220" y="9311"/>
                    <a:pt x="241673" y="10930"/>
                    <a:pt x="244912" y="14168"/>
                  </a:cubicBezTo>
                  <a:cubicBezTo>
                    <a:pt x="248150" y="17407"/>
                    <a:pt x="250174" y="21455"/>
                    <a:pt x="250174" y="26313"/>
                  </a:cubicBezTo>
                  <a:cubicBezTo>
                    <a:pt x="250174" y="31171"/>
                    <a:pt x="248555" y="35219"/>
                    <a:pt x="244912" y="38457"/>
                  </a:cubicBezTo>
                  <a:cubicBezTo>
                    <a:pt x="241268" y="41696"/>
                    <a:pt x="237220" y="43315"/>
                    <a:pt x="231958" y="43315"/>
                  </a:cubicBezTo>
                  <a:cubicBezTo>
                    <a:pt x="226695" y="43315"/>
                    <a:pt x="222647" y="41696"/>
                    <a:pt x="219408" y="38457"/>
                  </a:cubicBezTo>
                  <a:cubicBezTo>
                    <a:pt x="216170" y="34814"/>
                    <a:pt x="214146" y="30766"/>
                    <a:pt x="214146" y="26313"/>
                  </a:cubicBezTo>
                  <a:close/>
                  <a:moveTo>
                    <a:pt x="246936" y="62341"/>
                  </a:moveTo>
                  <a:lnTo>
                    <a:pt x="246936" y="187833"/>
                  </a:lnTo>
                  <a:lnTo>
                    <a:pt x="217384" y="187833"/>
                  </a:lnTo>
                  <a:lnTo>
                    <a:pt x="217384" y="62341"/>
                  </a:lnTo>
                  <a:cubicBezTo>
                    <a:pt x="217384" y="62341"/>
                    <a:pt x="246936" y="62341"/>
                    <a:pt x="246936" y="62341"/>
                  </a:cubicBezTo>
                  <a:close/>
                  <a:moveTo>
                    <a:pt x="336399" y="166378"/>
                  </a:moveTo>
                  <a:cubicBezTo>
                    <a:pt x="340852" y="166378"/>
                    <a:pt x="345710" y="165568"/>
                    <a:pt x="350973" y="163139"/>
                  </a:cubicBezTo>
                  <a:cubicBezTo>
                    <a:pt x="356235" y="161115"/>
                    <a:pt x="361093" y="158282"/>
                    <a:pt x="365546" y="155043"/>
                  </a:cubicBezTo>
                  <a:lnTo>
                    <a:pt x="365546" y="182570"/>
                  </a:lnTo>
                  <a:cubicBezTo>
                    <a:pt x="360688" y="185404"/>
                    <a:pt x="355426" y="187428"/>
                    <a:pt x="349353" y="188643"/>
                  </a:cubicBezTo>
                  <a:cubicBezTo>
                    <a:pt x="343281" y="189857"/>
                    <a:pt x="336804" y="190667"/>
                    <a:pt x="329518" y="190667"/>
                  </a:cubicBezTo>
                  <a:cubicBezTo>
                    <a:pt x="310896" y="190667"/>
                    <a:pt x="295918" y="184999"/>
                    <a:pt x="284583" y="173260"/>
                  </a:cubicBezTo>
                  <a:cubicBezTo>
                    <a:pt x="272844" y="161520"/>
                    <a:pt x="267177" y="146542"/>
                    <a:pt x="267177" y="128730"/>
                  </a:cubicBezTo>
                  <a:cubicBezTo>
                    <a:pt x="267177" y="108490"/>
                    <a:pt x="273249" y="91892"/>
                    <a:pt x="284988" y="78938"/>
                  </a:cubicBezTo>
                  <a:cubicBezTo>
                    <a:pt x="296728" y="65984"/>
                    <a:pt x="313325" y="59507"/>
                    <a:pt x="335185" y="59507"/>
                  </a:cubicBezTo>
                  <a:cubicBezTo>
                    <a:pt x="340852" y="59507"/>
                    <a:pt x="346520" y="60317"/>
                    <a:pt x="351782" y="61532"/>
                  </a:cubicBezTo>
                  <a:cubicBezTo>
                    <a:pt x="357450" y="62746"/>
                    <a:pt x="361902" y="64770"/>
                    <a:pt x="365141" y="66389"/>
                  </a:cubicBezTo>
                  <a:lnTo>
                    <a:pt x="365141" y="94726"/>
                  </a:lnTo>
                  <a:cubicBezTo>
                    <a:pt x="360688" y="91488"/>
                    <a:pt x="355830" y="88654"/>
                    <a:pt x="351377" y="87035"/>
                  </a:cubicBezTo>
                  <a:cubicBezTo>
                    <a:pt x="346520" y="85415"/>
                    <a:pt x="341662" y="84201"/>
                    <a:pt x="336804" y="84201"/>
                  </a:cubicBezTo>
                  <a:cubicBezTo>
                    <a:pt x="325065" y="84201"/>
                    <a:pt x="315754" y="87844"/>
                    <a:pt x="308467" y="95536"/>
                  </a:cubicBezTo>
                  <a:cubicBezTo>
                    <a:pt x="301181" y="103227"/>
                    <a:pt x="297942" y="113348"/>
                    <a:pt x="297942" y="126302"/>
                  </a:cubicBezTo>
                  <a:cubicBezTo>
                    <a:pt x="297942" y="138851"/>
                    <a:pt x="301585" y="148971"/>
                    <a:pt x="308467" y="155853"/>
                  </a:cubicBezTo>
                  <a:cubicBezTo>
                    <a:pt x="315349" y="162735"/>
                    <a:pt x="324660" y="166378"/>
                    <a:pt x="336399" y="166378"/>
                  </a:cubicBezTo>
                  <a:close/>
                  <a:moveTo>
                    <a:pt x="449342" y="60317"/>
                  </a:moveTo>
                  <a:cubicBezTo>
                    <a:pt x="451771" y="60317"/>
                    <a:pt x="453795" y="60317"/>
                    <a:pt x="455819" y="60722"/>
                  </a:cubicBezTo>
                  <a:cubicBezTo>
                    <a:pt x="457843" y="61127"/>
                    <a:pt x="459462" y="61532"/>
                    <a:pt x="460677" y="61936"/>
                  </a:cubicBezTo>
                  <a:lnTo>
                    <a:pt x="460677" y="91892"/>
                  </a:lnTo>
                  <a:cubicBezTo>
                    <a:pt x="459057" y="90678"/>
                    <a:pt x="457033" y="89463"/>
                    <a:pt x="453795" y="88654"/>
                  </a:cubicBezTo>
                  <a:cubicBezTo>
                    <a:pt x="450557" y="87844"/>
                    <a:pt x="447318" y="87035"/>
                    <a:pt x="442865" y="87035"/>
                  </a:cubicBezTo>
                  <a:cubicBezTo>
                    <a:pt x="435578" y="87035"/>
                    <a:pt x="429506" y="90273"/>
                    <a:pt x="424648" y="96345"/>
                  </a:cubicBezTo>
                  <a:cubicBezTo>
                    <a:pt x="419791" y="102418"/>
                    <a:pt x="416957" y="111728"/>
                    <a:pt x="416957" y="124682"/>
                  </a:cubicBezTo>
                  <a:lnTo>
                    <a:pt x="416957" y="187833"/>
                  </a:lnTo>
                  <a:lnTo>
                    <a:pt x="387406" y="187833"/>
                  </a:lnTo>
                  <a:lnTo>
                    <a:pt x="387406" y="62341"/>
                  </a:lnTo>
                  <a:lnTo>
                    <a:pt x="416957" y="62341"/>
                  </a:lnTo>
                  <a:lnTo>
                    <a:pt x="416957" y="82177"/>
                  </a:lnTo>
                  <a:lnTo>
                    <a:pt x="417362" y="82177"/>
                  </a:lnTo>
                  <a:cubicBezTo>
                    <a:pt x="420196" y="75295"/>
                    <a:pt x="424244" y="70033"/>
                    <a:pt x="429506" y="65984"/>
                  </a:cubicBezTo>
                  <a:cubicBezTo>
                    <a:pt x="435174" y="62341"/>
                    <a:pt x="441651" y="60317"/>
                    <a:pt x="449342" y="60317"/>
                  </a:cubicBezTo>
                  <a:close/>
                  <a:moveTo>
                    <a:pt x="462296" y="127111"/>
                  </a:moveTo>
                  <a:cubicBezTo>
                    <a:pt x="462296" y="106466"/>
                    <a:pt x="468368" y="89868"/>
                    <a:pt x="479703" y="77724"/>
                  </a:cubicBezTo>
                  <a:cubicBezTo>
                    <a:pt x="491442" y="65580"/>
                    <a:pt x="507635" y="59507"/>
                    <a:pt x="528280" y="59507"/>
                  </a:cubicBezTo>
                  <a:cubicBezTo>
                    <a:pt x="547712" y="59507"/>
                    <a:pt x="563094" y="65175"/>
                    <a:pt x="574024" y="76914"/>
                  </a:cubicBezTo>
                  <a:cubicBezTo>
                    <a:pt x="584954" y="88654"/>
                    <a:pt x="590622" y="104442"/>
                    <a:pt x="590622" y="124277"/>
                  </a:cubicBezTo>
                  <a:cubicBezTo>
                    <a:pt x="590622" y="144518"/>
                    <a:pt x="584549" y="160711"/>
                    <a:pt x="573215" y="172855"/>
                  </a:cubicBezTo>
                  <a:cubicBezTo>
                    <a:pt x="561475" y="184999"/>
                    <a:pt x="545687" y="191072"/>
                    <a:pt x="525447" y="191072"/>
                  </a:cubicBezTo>
                  <a:cubicBezTo>
                    <a:pt x="506016" y="191072"/>
                    <a:pt x="490633" y="185404"/>
                    <a:pt x="479298" y="174069"/>
                  </a:cubicBezTo>
                  <a:cubicBezTo>
                    <a:pt x="467963" y="162330"/>
                    <a:pt x="462296" y="146542"/>
                    <a:pt x="462296" y="127111"/>
                  </a:cubicBezTo>
                  <a:close/>
                  <a:moveTo>
                    <a:pt x="493062" y="125897"/>
                  </a:moveTo>
                  <a:cubicBezTo>
                    <a:pt x="493062" y="138851"/>
                    <a:pt x="495895" y="148971"/>
                    <a:pt x="501968" y="155853"/>
                  </a:cubicBezTo>
                  <a:cubicBezTo>
                    <a:pt x="508040" y="162735"/>
                    <a:pt x="516541" y="166378"/>
                    <a:pt x="527471" y="166378"/>
                  </a:cubicBezTo>
                  <a:cubicBezTo>
                    <a:pt x="537996" y="166378"/>
                    <a:pt x="546497" y="163139"/>
                    <a:pt x="552164" y="155853"/>
                  </a:cubicBezTo>
                  <a:cubicBezTo>
                    <a:pt x="557832" y="148971"/>
                    <a:pt x="560666" y="138851"/>
                    <a:pt x="560666" y="125087"/>
                  </a:cubicBezTo>
                  <a:cubicBezTo>
                    <a:pt x="560666" y="111728"/>
                    <a:pt x="557832" y="101608"/>
                    <a:pt x="552164" y="94321"/>
                  </a:cubicBezTo>
                  <a:cubicBezTo>
                    <a:pt x="546497" y="87439"/>
                    <a:pt x="537996" y="83796"/>
                    <a:pt x="527876" y="83796"/>
                  </a:cubicBezTo>
                  <a:cubicBezTo>
                    <a:pt x="516946" y="83796"/>
                    <a:pt x="508849" y="87439"/>
                    <a:pt x="502777" y="94726"/>
                  </a:cubicBezTo>
                  <a:cubicBezTo>
                    <a:pt x="495895" y="102418"/>
                    <a:pt x="493062" y="112538"/>
                    <a:pt x="493062" y="125897"/>
                  </a:cubicBezTo>
                  <a:close/>
                  <a:moveTo>
                    <a:pt x="634746" y="95536"/>
                  </a:moveTo>
                  <a:cubicBezTo>
                    <a:pt x="634746" y="99584"/>
                    <a:pt x="635961" y="103227"/>
                    <a:pt x="638794" y="105656"/>
                  </a:cubicBezTo>
                  <a:cubicBezTo>
                    <a:pt x="641628" y="108085"/>
                    <a:pt x="647295" y="110919"/>
                    <a:pt x="656606" y="114562"/>
                  </a:cubicBezTo>
                  <a:cubicBezTo>
                    <a:pt x="668345" y="119420"/>
                    <a:pt x="676847" y="124682"/>
                    <a:pt x="681300" y="130350"/>
                  </a:cubicBezTo>
                  <a:cubicBezTo>
                    <a:pt x="686157" y="136422"/>
                    <a:pt x="688586" y="143304"/>
                    <a:pt x="688586" y="151805"/>
                  </a:cubicBezTo>
                  <a:cubicBezTo>
                    <a:pt x="688586" y="163544"/>
                    <a:pt x="684133" y="172855"/>
                    <a:pt x="674823" y="180142"/>
                  </a:cubicBezTo>
                  <a:cubicBezTo>
                    <a:pt x="665917" y="187428"/>
                    <a:pt x="653368" y="190667"/>
                    <a:pt x="637985" y="190667"/>
                  </a:cubicBezTo>
                  <a:cubicBezTo>
                    <a:pt x="632722" y="190667"/>
                    <a:pt x="627055" y="189857"/>
                    <a:pt x="620578" y="188643"/>
                  </a:cubicBezTo>
                  <a:cubicBezTo>
                    <a:pt x="614101" y="187428"/>
                    <a:pt x="608838" y="185809"/>
                    <a:pt x="604385" y="183785"/>
                  </a:cubicBezTo>
                  <a:lnTo>
                    <a:pt x="604385" y="154638"/>
                  </a:lnTo>
                  <a:cubicBezTo>
                    <a:pt x="609648" y="158282"/>
                    <a:pt x="615720" y="161520"/>
                    <a:pt x="621792" y="163544"/>
                  </a:cubicBezTo>
                  <a:cubicBezTo>
                    <a:pt x="627864" y="165568"/>
                    <a:pt x="633532" y="166783"/>
                    <a:pt x="638794" y="166783"/>
                  </a:cubicBezTo>
                  <a:cubicBezTo>
                    <a:pt x="645271" y="166783"/>
                    <a:pt x="650534" y="165973"/>
                    <a:pt x="653368" y="163949"/>
                  </a:cubicBezTo>
                  <a:cubicBezTo>
                    <a:pt x="656606" y="161925"/>
                    <a:pt x="658225" y="159091"/>
                    <a:pt x="658225" y="154638"/>
                  </a:cubicBezTo>
                  <a:cubicBezTo>
                    <a:pt x="658225" y="150590"/>
                    <a:pt x="656606" y="147352"/>
                    <a:pt x="653368" y="144113"/>
                  </a:cubicBezTo>
                  <a:cubicBezTo>
                    <a:pt x="650129" y="141280"/>
                    <a:pt x="643652" y="138041"/>
                    <a:pt x="634746" y="134398"/>
                  </a:cubicBezTo>
                  <a:cubicBezTo>
                    <a:pt x="623816" y="129945"/>
                    <a:pt x="616125" y="124682"/>
                    <a:pt x="611672" y="119015"/>
                  </a:cubicBezTo>
                  <a:cubicBezTo>
                    <a:pt x="607219" y="113348"/>
                    <a:pt x="604790" y="106061"/>
                    <a:pt x="604790" y="97155"/>
                  </a:cubicBezTo>
                  <a:cubicBezTo>
                    <a:pt x="604790" y="85820"/>
                    <a:pt x="609243" y="76510"/>
                    <a:pt x="618149" y="69223"/>
                  </a:cubicBezTo>
                  <a:cubicBezTo>
                    <a:pt x="627055" y="61936"/>
                    <a:pt x="638794" y="58293"/>
                    <a:pt x="652963" y="58293"/>
                  </a:cubicBezTo>
                  <a:cubicBezTo>
                    <a:pt x="657416" y="58293"/>
                    <a:pt x="662273" y="58698"/>
                    <a:pt x="667536" y="59912"/>
                  </a:cubicBezTo>
                  <a:cubicBezTo>
                    <a:pt x="672799" y="61127"/>
                    <a:pt x="677656" y="62341"/>
                    <a:pt x="681300" y="63556"/>
                  </a:cubicBezTo>
                  <a:lnTo>
                    <a:pt x="681300" y="92297"/>
                  </a:lnTo>
                  <a:cubicBezTo>
                    <a:pt x="677252" y="89868"/>
                    <a:pt x="672798" y="87439"/>
                    <a:pt x="667536" y="85415"/>
                  </a:cubicBezTo>
                  <a:cubicBezTo>
                    <a:pt x="662273" y="83391"/>
                    <a:pt x="657011" y="82582"/>
                    <a:pt x="652153" y="82582"/>
                  </a:cubicBezTo>
                  <a:cubicBezTo>
                    <a:pt x="646486" y="82582"/>
                    <a:pt x="642033" y="83796"/>
                    <a:pt x="639199" y="85820"/>
                  </a:cubicBezTo>
                  <a:cubicBezTo>
                    <a:pt x="636365" y="88654"/>
                    <a:pt x="634746" y="91488"/>
                    <a:pt x="634746" y="95536"/>
                  </a:cubicBezTo>
                  <a:close/>
                  <a:moveTo>
                    <a:pt x="701135" y="127111"/>
                  </a:moveTo>
                  <a:cubicBezTo>
                    <a:pt x="701135" y="106466"/>
                    <a:pt x="707208" y="89868"/>
                    <a:pt x="718542" y="77724"/>
                  </a:cubicBezTo>
                  <a:cubicBezTo>
                    <a:pt x="730282" y="65580"/>
                    <a:pt x="746474" y="59507"/>
                    <a:pt x="767120" y="59507"/>
                  </a:cubicBezTo>
                  <a:cubicBezTo>
                    <a:pt x="786551" y="59507"/>
                    <a:pt x="801934" y="65175"/>
                    <a:pt x="812863" y="76914"/>
                  </a:cubicBezTo>
                  <a:cubicBezTo>
                    <a:pt x="823793" y="88654"/>
                    <a:pt x="829461" y="104442"/>
                    <a:pt x="829461" y="124277"/>
                  </a:cubicBezTo>
                  <a:cubicBezTo>
                    <a:pt x="829461" y="144518"/>
                    <a:pt x="823389" y="160711"/>
                    <a:pt x="812054" y="172855"/>
                  </a:cubicBezTo>
                  <a:cubicBezTo>
                    <a:pt x="800314" y="184999"/>
                    <a:pt x="784527" y="191072"/>
                    <a:pt x="764286" y="191072"/>
                  </a:cubicBezTo>
                  <a:cubicBezTo>
                    <a:pt x="744855" y="191072"/>
                    <a:pt x="729472" y="185404"/>
                    <a:pt x="718138" y="174069"/>
                  </a:cubicBezTo>
                  <a:cubicBezTo>
                    <a:pt x="707208" y="162330"/>
                    <a:pt x="701135" y="146542"/>
                    <a:pt x="701135" y="127111"/>
                  </a:cubicBezTo>
                  <a:close/>
                  <a:moveTo>
                    <a:pt x="731901" y="125897"/>
                  </a:moveTo>
                  <a:cubicBezTo>
                    <a:pt x="731901" y="138851"/>
                    <a:pt x="734735" y="148971"/>
                    <a:pt x="740807" y="155853"/>
                  </a:cubicBezTo>
                  <a:cubicBezTo>
                    <a:pt x="746879" y="162735"/>
                    <a:pt x="755380" y="166378"/>
                    <a:pt x="766310" y="166378"/>
                  </a:cubicBezTo>
                  <a:cubicBezTo>
                    <a:pt x="776835" y="166378"/>
                    <a:pt x="785337" y="163139"/>
                    <a:pt x="791004" y="155853"/>
                  </a:cubicBezTo>
                  <a:cubicBezTo>
                    <a:pt x="796671" y="148971"/>
                    <a:pt x="799505" y="138851"/>
                    <a:pt x="799505" y="125087"/>
                  </a:cubicBezTo>
                  <a:cubicBezTo>
                    <a:pt x="799505" y="111728"/>
                    <a:pt x="796671" y="101608"/>
                    <a:pt x="791004" y="94321"/>
                  </a:cubicBezTo>
                  <a:cubicBezTo>
                    <a:pt x="785337" y="87439"/>
                    <a:pt x="776835" y="83796"/>
                    <a:pt x="766715" y="83796"/>
                  </a:cubicBezTo>
                  <a:cubicBezTo>
                    <a:pt x="755785" y="83796"/>
                    <a:pt x="747689" y="87439"/>
                    <a:pt x="741617" y="94726"/>
                  </a:cubicBezTo>
                  <a:cubicBezTo>
                    <a:pt x="735140" y="102418"/>
                    <a:pt x="731901" y="112538"/>
                    <a:pt x="731901" y="125897"/>
                  </a:cubicBezTo>
                  <a:close/>
                  <a:moveTo>
                    <a:pt x="927830" y="86630"/>
                  </a:moveTo>
                  <a:lnTo>
                    <a:pt x="883706" y="86630"/>
                  </a:lnTo>
                  <a:lnTo>
                    <a:pt x="883706" y="187833"/>
                  </a:lnTo>
                  <a:lnTo>
                    <a:pt x="853750" y="187833"/>
                  </a:lnTo>
                  <a:lnTo>
                    <a:pt x="853750" y="86630"/>
                  </a:lnTo>
                  <a:lnTo>
                    <a:pt x="832699" y="86630"/>
                  </a:lnTo>
                  <a:lnTo>
                    <a:pt x="832699" y="62341"/>
                  </a:lnTo>
                  <a:lnTo>
                    <a:pt x="853750" y="62341"/>
                  </a:lnTo>
                  <a:lnTo>
                    <a:pt x="853750" y="44934"/>
                  </a:lnTo>
                  <a:cubicBezTo>
                    <a:pt x="853750" y="31980"/>
                    <a:pt x="858203" y="21050"/>
                    <a:pt x="866704" y="12549"/>
                  </a:cubicBezTo>
                  <a:cubicBezTo>
                    <a:pt x="875205" y="4048"/>
                    <a:pt x="886135" y="0"/>
                    <a:pt x="899494" y="0"/>
                  </a:cubicBezTo>
                  <a:cubicBezTo>
                    <a:pt x="903137" y="0"/>
                    <a:pt x="906376" y="405"/>
                    <a:pt x="909209" y="405"/>
                  </a:cubicBezTo>
                  <a:cubicBezTo>
                    <a:pt x="912043" y="405"/>
                    <a:pt x="914472" y="1214"/>
                    <a:pt x="916496" y="2024"/>
                  </a:cubicBezTo>
                  <a:lnTo>
                    <a:pt x="916496" y="27527"/>
                  </a:lnTo>
                  <a:cubicBezTo>
                    <a:pt x="915686" y="27122"/>
                    <a:pt x="913662" y="26313"/>
                    <a:pt x="911233" y="25503"/>
                  </a:cubicBezTo>
                  <a:cubicBezTo>
                    <a:pt x="908804" y="24693"/>
                    <a:pt x="905971" y="24289"/>
                    <a:pt x="902732" y="24289"/>
                  </a:cubicBezTo>
                  <a:cubicBezTo>
                    <a:pt x="896660" y="24289"/>
                    <a:pt x="891802" y="26313"/>
                    <a:pt x="888564" y="29956"/>
                  </a:cubicBezTo>
                  <a:cubicBezTo>
                    <a:pt x="885325" y="33599"/>
                    <a:pt x="883706" y="39672"/>
                    <a:pt x="883706" y="46958"/>
                  </a:cubicBezTo>
                  <a:lnTo>
                    <a:pt x="883706" y="61936"/>
                  </a:lnTo>
                  <a:lnTo>
                    <a:pt x="927830" y="61936"/>
                  </a:lnTo>
                  <a:lnTo>
                    <a:pt x="927830" y="33599"/>
                  </a:lnTo>
                  <a:lnTo>
                    <a:pt x="957382" y="24693"/>
                  </a:lnTo>
                  <a:lnTo>
                    <a:pt x="957382" y="61936"/>
                  </a:lnTo>
                  <a:lnTo>
                    <a:pt x="987338" y="61936"/>
                  </a:lnTo>
                  <a:lnTo>
                    <a:pt x="987338" y="86225"/>
                  </a:lnTo>
                  <a:lnTo>
                    <a:pt x="957382" y="86225"/>
                  </a:lnTo>
                  <a:lnTo>
                    <a:pt x="957382" y="144923"/>
                  </a:lnTo>
                  <a:cubicBezTo>
                    <a:pt x="957382" y="152614"/>
                    <a:pt x="959001" y="157877"/>
                    <a:pt x="961430" y="161115"/>
                  </a:cubicBezTo>
                  <a:cubicBezTo>
                    <a:pt x="964263" y="164354"/>
                    <a:pt x="968716" y="165973"/>
                    <a:pt x="974788" y="165973"/>
                  </a:cubicBezTo>
                  <a:cubicBezTo>
                    <a:pt x="976408" y="165973"/>
                    <a:pt x="978432" y="165568"/>
                    <a:pt x="980861" y="164759"/>
                  </a:cubicBezTo>
                  <a:cubicBezTo>
                    <a:pt x="983290" y="163949"/>
                    <a:pt x="985314" y="163139"/>
                    <a:pt x="986933" y="161925"/>
                  </a:cubicBezTo>
                  <a:lnTo>
                    <a:pt x="986933" y="186214"/>
                  </a:lnTo>
                  <a:cubicBezTo>
                    <a:pt x="984909" y="187428"/>
                    <a:pt x="982075" y="188238"/>
                    <a:pt x="977622" y="189047"/>
                  </a:cubicBezTo>
                  <a:cubicBezTo>
                    <a:pt x="973169" y="189857"/>
                    <a:pt x="969121" y="190262"/>
                    <a:pt x="964668" y="190262"/>
                  </a:cubicBezTo>
                  <a:cubicBezTo>
                    <a:pt x="952119" y="190262"/>
                    <a:pt x="942808" y="187023"/>
                    <a:pt x="936736" y="180546"/>
                  </a:cubicBezTo>
                  <a:cubicBezTo>
                    <a:pt x="930664" y="174069"/>
                    <a:pt x="927426" y="163949"/>
                    <a:pt x="927426" y="150590"/>
                  </a:cubicBezTo>
                  <a:lnTo>
                    <a:pt x="927830" y="86630"/>
                  </a:lnTo>
                  <a:lnTo>
                    <a:pt x="927830" y="86630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BDFE2DF-AB7E-BD3B-CFB1-48A42EBAE6DA}"/>
                </a:ext>
              </a:extLst>
            </p:cNvPr>
            <p:cNvSpPr/>
            <p:nvPr/>
          </p:nvSpPr>
          <p:spPr>
            <a:xfrm>
              <a:off x="2766639" y="2040978"/>
              <a:ext cx="138445" cy="138445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C2D25E2-2BE1-B596-62F3-E097C95BA502}"/>
                </a:ext>
              </a:extLst>
            </p:cNvPr>
            <p:cNvSpPr/>
            <p:nvPr/>
          </p:nvSpPr>
          <p:spPr>
            <a:xfrm>
              <a:off x="2919658" y="2040978"/>
              <a:ext cx="138445" cy="138445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B305DF8-E281-AF3A-D0BB-BF5D3B5AA3D9}"/>
                </a:ext>
              </a:extLst>
            </p:cNvPr>
            <p:cNvSpPr/>
            <p:nvPr/>
          </p:nvSpPr>
          <p:spPr>
            <a:xfrm>
              <a:off x="2766639" y="2193997"/>
              <a:ext cx="138445" cy="138445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A0E2BDC-8E4D-C8F7-4D3A-4F8A1CC6CCBF}"/>
                </a:ext>
              </a:extLst>
            </p:cNvPr>
            <p:cNvSpPr/>
            <p:nvPr/>
          </p:nvSpPr>
          <p:spPr>
            <a:xfrm>
              <a:off x="2919658" y="2193997"/>
              <a:ext cx="138445" cy="138445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D4989D4-52EF-7A0B-BC20-9AF410A43271}"/>
                </a:ext>
              </a:extLst>
            </p:cNvPr>
            <p:cNvSpPr/>
            <p:nvPr/>
          </p:nvSpPr>
          <p:spPr>
            <a:xfrm>
              <a:off x="4544818" y="2079144"/>
              <a:ext cx="215380" cy="223995"/>
            </a:xfrm>
            <a:custGeom>
              <a:avLst/>
              <a:gdLst>
                <a:gd name="connsiteX0" fmla="*/ 203841 w 215380"/>
                <a:gd name="connsiteY0" fmla="*/ 92339 h 223995"/>
                <a:gd name="connsiteX1" fmla="*/ 107796 w 215380"/>
                <a:gd name="connsiteY1" fmla="*/ 144566 h 223995"/>
                <a:gd name="connsiteX2" fmla="*/ 4952 w 215380"/>
                <a:gd name="connsiteY2" fmla="*/ 88760 h 223995"/>
                <a:gd name="connsiteX3" fmla="*/ 0 w 215380"/>
                <a:gd name="connsiteY3" fmla="*/ 91340 h 223995"/>
                <a:gd name="connsiteX4" fmla="*/ 0 w 215380"/>
                <a:gd name="connsiteY4" fmla="*/ 131861 h 223995"/>
                <a:gd name="connsiteX5" fmla="*/ 107796 w 215380"/>
                <a:gd name="connsiteY5" fmla="*/ 190235 h 223995"/>
                <a:gd name="connsiteX6" fmla="*/ 203830 w 215380"/>
                <a:gd name="connsiteY6" fmla="*/ 138213 h 223995"/>
                <a:gd name="connsiteX7" fmla="*/ 203830 w 215380"/>
                <a:gd name="connsiteY7" fmla="*/ 159656 h 223995"/>
                <a:gd name="connsiteX8" fmla="*/ 107796 w 215380"/>
                <a:gd name="connsiteY8" fmla="*/ 211894 h 223995"/>
                <a:gd name="connsiteX9" fmla="*/ 4952 w 215380"/>
                <a:gd name="connsiteY9" fmla="*/ 156088 h 223995"/>
                <a:gd name="connsiteX10" fmla="*/ 0 w 215380"/>
                <a:gd name="connsiteY10" fmla="*/ 158668 h 223995"/>
                <a:gd name="connsiteX11" fmla="*/ 0 w 215380"/>
                <a:gd name="connsiteY11" fmla="*/ 165611 h 223995"/>
                <a:gd name="connsiteX12" fmla="*/ 107796 w 215380"/>
                <a:gd name="connsiteY12" fmla="*/ 223996 h 223995"/>
                <a:gd name="connsiteX13" fmla="*/ 215380 w 215380"/>
                <a:gd name="connsiteY13" fmla="*/ 165611 h 223995"/>
                <a:gd name="connsiteX14" fmla="*/ 215380 w 215380"/>
                <a:gd name="connsiteY14" fmla="*/ 125100 h 223995"/>
                <a:gd name="connsiteX15" fmla="*/ 210428 w 215380"/>
                <a:gd name="connsiteY15" fmla="*/ 122521 h 223995"/>
                <a:gd name="connsiteX16" fmla="*/ 107796 w 215380"/>
                <a:gd name="connsiteY16" fmla="*/ 178122 h 223995"/>
                <a:gd name="connsiteX17" fmla="*/ 11540 w 215380"/>
                <a:gd name="connsiteY17" fmla="*/ 126100 h 223995"/>
                <a:gd name="connsiteX18" fmla="*/ 11540 w 215380"/>
                <a:gd name="connsiteY18" fmla="*/ 104646 h 223995"/>
                <a:gd name="connsiteX19" fmla="*/ 107796 w 215380"/>
                <a:gd name="connsiteY19" fmla="*/ 156668 h 223995"/>
                <a:gd name="connsiteX20" fmla="*/ 215380 w 215380"/>
                <a:gd name="connsiteY20" fmla="*/ 98305 h 223995"/>
                <a:gd name="connsiteX21" fmla="*/ 215380 w 215380"/>
                <a:gd name="connsiteY21" fmla="*/ 58364 h 223995"/>
                <a:gd name="connsiteX22" fmla="*/ 210017 w 215380"/>
                <a:gd name="connsiteY22" fmla="*/ 55386 h 223995"/>
                <a:gd name="connsiteX23" fmla="*/ 107796 w 215380"/>
                <a:gd name="connsiteY23" fmla="*/ 110794 h 223995"/>
                <a:gd name="connsiteX24" fmla="*/ 16491 w 215380"/>
                <a:gd name="connsiteY24" fmla="*/ 61545 h 223995"/>
                <a:gd name="connsiteX25" fmla="*/ 107796 w 215380"/>
                <a:gd name="connsiteY25" fmla="*/ 12102 h 223995"/>
                <a:gd name="connsiteX26" fmla="*/ 182810 w 215380"/>
                <a:gd name="connsiteY26" fmla="*/ 52807 h 223995"/>
                <a:gd name="connsiteX27" fmla="*/ 189408 w 215380"/>
                <a:gd name="connsiteY27" fmla="*/ 49238 h 223995"/>
                <a:gd name="connsiteX28" fmla="*/ 189408 w 215380"/>
                <a:gd name="connsiteY28" fmla="*/ 44273 h 223995"/>
                <a:gd name="connsiteX29" fmla="*/ 107796 w 215380"/>
                <a:gd name="connsiteY29" fmla="*/ 0 h 223995"/>
                <a:gd name="connsiteX30" fmla="*/ 0 w 215380"/>
                <a:gd name="connsiteY30" fmla="*/ 58375 h 223995"/>
                <a:gd name="connsiteX31" fmla="*/ 0 w 215380"/>
                <a:gd name="connsiteY31" fmla="*/ 64737 h 223995"/>
                <a:gd name="connsiteX32" fmla="*/ 107796 w 215380"/>
                <a:gd name="connsiteY32" fmla="*/ 123122 h 223995"/>
                <a:gd name="connsiteX33" fmla="*/ 203830 w 215380"/>
                <a:gd name="connsiteY33" fmla="*/ 70885 h 223995"/>
                <a:gd name="connsiteX34" fmla="*/ 203841 w 215380"/>
                <a:gd name="connsiteY34" fmla="*/ 92339 h 22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5380" h="223995">
                  <a:moveTo>
                    <a:pt x="203841" y="92339"/>
                  </a:moveTo>
                  <a:lnTo>
                    <a:pt x="107796" y="144566"/>
                  </a:lnTo>
                  <a:lnTo>
                    <a:pt x="4952" y="88760"/>
                  </a:lnTo>
                  <a:lnTo>
                    <a:pt x="0" y="91340"/>
                  </a:lnTo>
                  <a:lnTo>
                    <a:pt x="0" y="131861"/>
                  </a:lnTo>
                  <a:lnTo>
                    <a:pt x="107796" y="190235"/>
                  </a:lnTo>
                  <a:lnTo>
                    <a:pt x="203830" y="138213"/>
                  </a:lnTo>
                  <a:lnTo>
                    <a:pt x="203830" y="159656"/>
                  </a:lnTo>
                  <a:lnTo>
                    <a:pt x="107796" y="211894"/>
                  </a:lnTo>
                  <a:lnTo>
                    <a:pt x="4952" y="156088"/>
                  </a:lnTo>
                  <a:lnTo>
                    <a:pt x="0" y="158668"/>
                  </a:lnTo>
                  <a:lnTo>
                    <a:pt x="0" y="165611"/>
                  </a:lnTo>
                  <a:lnTo>
                    <a:pt x="107796" y="223996"/>
                  </a:lnTo>
                  <a:lnTo>
                    <a:pt x="215380" y="165611"/>
                  </a:lnTo>
                  <a:lnTo>
                    <a:pt x="215380" y="125100"/>
                  </a:lnTo>
                  <a:lnTo>
                    <a:pt x="210428" y="122521"/>
                  </a:lnTo>
                  <a:lnTo>
                    <a:pt x="107796" y="178122"/>
                  </a:lnTo>
                  <a:lnTo>
                    <a:pt x="11540" y="126100"/>
                  </a:lnTo>
                  <a:lnTo>
                    <a:pt x="11540" y="104646"/>
                  </a:lnTo>
                  <a:lnTo>
                    <a:pt x="107796" y="156668"/>
                  </a:lnTo>
                  <a:lnTo>
                    <a:pt x="215380" y="98305"/>
                  </a:lnTo>
                  <a:lnTo>
                    <a:pt x="215380" y="58364"/>
                  </a:lnTo>
                  <a:lnTo>
                    <a:pt x="210017" y="55386"/>
                  </a:lnTo>
                  <a:lnTo>
                    <a:pt x="107796" y="110794"/>
                  </a:lnTo>
                  <a:lnTo>
                    <a:pt x="16491" y="61545"/>
                  </a:lnTo>
                  <a:lnTo>
                    <a:pt x="107796" y="12102"/>
                  </a:lnTo>
                  <a:lnTo>
                    <a:pt x="182810" y="52807"/>
                  </a:lnTo>
                  <a:lnTo>
                    <a:pt x="189408" y="49238"/>
                  </a:lnTo>
                  <a:lnTo>
                    <a:pt x="189408" y="44273"/>
                  </a:lnTo>
                  <a:lnTo>
                    <a:pt x="107796" y="0"/>
                  </a:lnTo>
                  <a:lnTo>
                    <a:pt x="0" y="58375"/>
                  </a:lnTo>
                  <a:lnTo>
                    <a:pt x="0" y="64737"/>
                  </a:lnTo>
                  <a:lnTo>
                    <a:pt x="107796" y="123122"/>
                  </a:lnTo>
                  <a:lnTo>
                    <a:pt x="203830" y="70885"/>
                  </a:lnTo>
                  <a:lnTo>
                    <a:pt x="203841" y="92339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F7ECCED-A2D4-542B-A7A9-73126557F7E3}"/>
                </a:ext>
              </a:extLst>
            </p:cNvPr>
            <p:cNvSpPr/>
            <p:nvPr/>
          </p:nvSpPr>
          <p:spPr>
            <a:xfrm>
              <a:off x="4829120" y="2087759"/>
              <a:ext cx="1085518" cy="189535"/>
            </a:xfrm>
            <a:custGeom>
              <a:avLst/>
              <a:gdLst>
                <a:gd name="connsiteX0" fmla="*/ 1001993 w 1085518"/>
                <a:gd name="connsiteY0" fmla="*/ 129040 h 189535"/>
                <a:gd name="connsiteX1" fmla="*/ 1003637 w 1085518"/>
                <a:gd name="connsiteY1" fmla="*/ 128423 h 189535"/>
                <a:gd name="connsiteX2" fmla="*/ 1003836 w 1085518"/>
                <a:gd name="connsiteY2" fmla="*/ 128423 h 189535"/>
                <a:gd name="connsiteX3" fmla="*/ 1005676 w 1085518"/>
                <a:gd name="connsiteY3" fmla="*/ 129242 h 189535"/>
                <a:gd name="connsiteX4" fmla="*/ 1050801 w 1085518"/>
                <a:gd name="connsiteY4" fmla="*/ 186004 h 189535"/>
                <a:gd name="connsiteX5" fmla="*/ 1085518 w 1085518"/>
                <a:gd name="connsiteY5" fmla="*/ 186004 h 189535"/>
                <a:gd name="connsiteX6" fmla="*/ 1027120 w 1085518"/>
                <a:gd name="connsiteY6" fmla="*/ 114331 h 189535"/>
                <a:gd name="connsiteX7" fmla="*/ 1027318 w 1085518"/>
                <a:gd name="connsiteY7" fmla="*/ 111024 h 189535"/>
                <a:gd name="connsiteX8" fmla="*/ 1081020 w 1085518"/>
                <a:gd name="connsiteY8" fmla="*/ 56538 h 189535"/>
                <a:gd name="connsiteX9" fmla="*/ 1046512 w 1085518"/>
                <a:gd name="connsiteY9" fmla="*/ 56538 h 189535"/>
                <a:gd name="connsiteX10" fmla="*/ 1000164 w 1085518"/>
                <a:gd name="connsiteY10" fmla="*/ 103770 h 189535"/>
                <a:gd name="connsiteX11" fmla="*/ 997507 w 1085518"/>
                <a:gd name="connsiteY11" fmla="*/ 104387 h 189535"/>
                <a:gd name="connsiteX12" fmla="*/ 996074 w 1085518"/>
                <a:gd name="connsiteY12" fmla="*/ 102111 h 189535"/>
                <a:gd name="connsiteX13" fmla="*/ 996074 w 1085518"/>
                <a:gd name="connsiteY13" fmla="*/ 202 h 189535"/>
                <a:gd name="connsiteX14" fmla="*/ 967696 w 1085518"/>
                <a:gd name="connsiteY14" fmla="*/ 202 h 189535"/>
                <a:gd name="connsiteX15" fmla="*/ 967696 w 1085518"/>
                <a:gd name="connsiteY15" fmla="*/ 186206 h 189535"/>
                <a:gd name="connsiteX16" fmla="*/ 995875 w 1085518"/>
                <a:gd name="connsiteY16" fmla="*/ 186206 h 189535"/>
                <a:gd name="connsiteX17" fmla="*/ 995875 w 1085518"/>
                <a:gd name="connsiteY17" fmla="*/ 135666 h 189535"/>
                <a:gd name="connsiteX18" fmla="*/ 996691 w 1085518"/>
                <a:gd name="connsiteY18" fmla="*/ 133805 h 189535"/>
                <a:gd name="connsiteX19" fmla="*/ 1001993 w 1085518"/>
                <a:gd name="connsiteY19" fmla="*/ 129040 h 189535"/>
                <a:gd name="connsiteX20" fmla="*/ 901127 w 1085518"/>
                <a:gd name="connsiteY20" fmla="*/ 53231 h 189535"/>
                <a:gd name="connsiteX21" fmla="*/ 833534 w 1085518"/>
                <a:gd name="connsiteY21" fmla="*/ 121394 h 189535"/>
                <a:gd name="connsiteX22" fmla="*/ 852321 w 1085518"/>
                <a:gd name="connsiteY22" fmla="*/ 170275 h 189535"/>
                <a:gd name="connsiteX23" fmla="*/ 900918 w 1085518"/>
                <a:gd name="connsiteY23" fmla="*/ 189535 h 189535"/>
                <a:gd name="connsiteX24" fmla="*/ 952382 w 1085518"/>
                <a:gd name="connsiteY24" fmla="*/ 169019 h 189535"/>
                <a:gd name="connsiteX25" fmla="*/ 936252 w 1085518"/>
                <a:gd name="connsiteY25" fmla="*/ 151832 h 189535"/>
                <a:gd name="connsiteX26" fmla="*/ 903784 w 1085518"/>
                <a:gd name="connsiteY26" fmla="*/ 163223 h 189535"/>
                <a:gd name="connsiteX27" fmla="*/ 862332 w 1085518"/>
                <a:gd name="connsiteY27" fmla="*/ 121383 h 189535"/>
                <a:gd name="connsiteX28" fmla="*/ 903784 w 1085518"/>
                <a:gd name="connsiteY28" fmla="*/ 79543 h 189535"/>
                <a:gd name="connsiteX29" fmla="*/ 935845 w 1085518"/>
                <a:gd name="connsiteY29" fmla="*/ 90933 h 189535"/>
                <a:gd name="connsiteX30" fmla="*/ 953804 w 1085518"/>
                <a:gd name="connsiteY30" fmla="*/ 73747 h 189535"/>
                <a:gd name="connsiteX31" fmla="*/ 901127 w 1085518"/>
                <a:gd name="connsiteY31" fmla="*/ 53231 h 189535"/>
                <a:gd name="connsiteX32" fmla="*/ 802697 w 1085518"/>
                <a:gd name="connsiteY32" fmla="*/ 202 h 189535"/>
                <a:gd name="connsiteX33" fmla="*/ 784947 w 1085518"/>
                <a:gd name="connsiteY33" fmla="*/ 17364 h 189535"/>
                <a:gd name="connsiteX34" fmla="*/ 801823 w 1085518"/>
                <a:gd name="connsiteY34" fmla="*/ 35416 h 189535"/>
                <a:gd name="connsiteX35" fmla="*/ 802697 w 1085518"/>
                <a:gd name="connsiteY35" fmla="*/ 35416 h 189535"/>
                <a:gd name="connsiteX36" fmla="*/ 820624 w 1085518"/>
                <a:gd name="connsiteY36" fmla="*/ 18443 h 189535"/>
                <a:gd name="connsiteX37" fmla="*/ 803934 w 1085518"/>
                <a:gd name="connsiteY37" fmla="*/ 213 h 189535"/>
                <a:gd name="connsiteX38" fmla="*/ 802697 w 1085518"/>
                <a:gd name="connsiteY38" fmla="*/ 213 h 189535"/>
                <a:gd name="connsiteX39" fmla="*/ 817405 w 1085518"/>
                <a:gd name="connsiteY39" fmla="*/ 56560 h 189535"/>
                <a:gd name="connsiteX40" fmla="*/ 788818 w 1085518"/>
                <a:gd name="connsiteY40" fmla="*/ 56560 h 189535"/>
                <a:gd name="connsiteX41" fmla="*/ 788818 w 1085518"/>
                <a:gd name="connsiteY41" fmla="*/ 186228 h 189535"/>
                <a:gd name="connsiteX42" fmla="*/ 817405 w 1085518"/>
                <a:gd name="connsiteY42" fmla="*/ 186228 h 189535"/>
                <a:gd name="connsiteX43" fmla="*/ 817405 w 1085518"/>
                <a:gd name="connsiteY43" fmla="*/ 56560 h 189535"/>
                <a:gd name="connsiteX44" fmla="*/ 764320 w 1085518"/>
                <a:gd name="connsiteY44" fmla="*/ 83086 h 189535"/>
                <a:gd name="connsiteX45" fmla="*/ 771045 w 1085518"/>
                <a:gd name="connsiteY45" fmla="*/ 83713 h 189535"/>
                <a:gd name="connsiteX46" fmla="*/ 771045 w 1085518"/>
                <a:gd name="connsiteY46" fmla="*/ 54295 h 189535"/>
                <a:gd name="connsiteX47" fmla="*/ 766360 w 1085518"/>
                <a:gd name="connsiteY47" fmla="*/ 53881 h 189535"/>
                <a:gd name="connsiteX48" fmla="*/ 731036 w 1085518"/>
                <a:gd name="connsiteY48" fmla="*/ 73769 h 189535"/>
                <a:gd name="connsiteX49" fmla="*/ 728379 w 1085518"/>
                <a:gd name="connsiteY49" fmla="*/ 74801 h 189535"/>
                <a:gd name="connsiteX50" fmla="*/ 726538 w 1085518"/>
                <a:gd name="connsiteY50" fmla="*/ 72525 h 189535"/>
                <a:gd name="connsiteX51" fmla="*/ 726538 w 1085518"/>
                <a:gd name="connsiteY51" fmla="*/ 56571 h 189535"/>
                <a:gd name="connsiteX52" fmla="*/ 698568 w 1085518"/>
                <a:gd name="connsiteY52" fmla="*/ 56571 h 189535"/>
                <a:gd name="connsiteX53" fmla="*/ 698568 w 1085518"/>
                <a:gd name="connsiteY53" fmla="*/ 186239 h 189535"/>
                <a:gd name="connsiteX54" fmla="*/ 726748 w 1085518"/>
                <a:gd name="connsiteY54" fmla="*/ 186239 h 189535"/>
                <a:gd name="connsiteX55" fmla="*/ 726748 w 1085518"/>
                <a:gd name="connsiteY55" fmla="*/ 129062 h 189535"/>
                <a:gd name="connsiteX56" fmla="*/ 764320 w 1085518"/>
                <a:gd name="connsiteY56" fmla="*/ 83097 h 189535"/>
                <a:gd name="connsiteX57" fmla="*/ 574197 w 1085518"/>
                <a:gd name="connsiteY57" fmla="*/ 121383 h 189535"/>
                <a:gd name="connsiteX58" fmla="*/ 614228 w 1085518"/>
                <a:gd name="connsiteY58" fmla="*/ 79341 h 189535"/>
                <a:gd name="connsiteX59" fmla="*/ 654248 w 1085518"/>
                <a:gd name="connsiteY59" fmla="*/ 121383 h 189535"/>
                <a:gd name="connsiteX60" fmla="*/ 614228 w 1085518"/>
                <a:gd name="connsiteY60" fmla="*/ 163425 h 189535"/>
                <a:gd name="connsiteX61" fmla="*/ 574207 w 1085518"/>
                <a:gd name="connsiteY61" fmla="*/ 121383 h 189535"/>
                <a:gd name="connsiteX62" fmla="*/ 577062 w 1085518"/>
                <a:gd name="connsiteY62" fmla="*/ 170678 h 189535"/>
                <a:gd name="connsiteX63" fmla="*/ 577878 w 1085518"/>
                <a:gd name="connsiteY63" fmla="*/ 170465 h 189535"/>
                <a:gd name="connsiteX64" fmla="*/ 579720 w 1085518"/>
                <a:gd name="connsiteY64" fmla="*/ 171295 h 189535"/>
                <a:gd name="connsiteX65" fmla="*/ 620557 w 1085518"/>
                <a:gd name="connsiteY65" fmla="*/ 189110 h 189535"/>
                <a:gd name="connsiteX66" fmla="*/ 682847 w 1085518"/>
                <a:gd name="connsiteY66" fmla="*/ 121170 h 189535"/>
                <a:gd name="connsiteX67" fmla="*/ 664876 w 1085518"/>
                <a:gd name="connsiteY67" fmla="*/ 72704 h 189535"/>
                <a:gd name="connsiteX68" fmla="*/ 620557 w 1085518"/>
                <a:gd name="connsiteY68" fmla="*/ 53231 h 189535"/>
                <a:gd name="connsiteX69" fmla="*/ 579720 w 1085518"/>
                <a:gd name="connsiteY69" fmla="*/ 71874 h 189535"/>
                <a:gd name="connsiteX70" fmla="*/ 577074 w 1085518"/>
                <a:gd name="connsiteY70" fmla="*/ 72704 h 189535"/>
                <a:gd name="connsiteX71" fmla="*/ 575432 w 1085518"/>
                <a:gd name="connsiteY71" fmla="*/ 70417 h 189535"/>
                <a:gd name="connsiteX72" fmla="*/ 575432 w 1085518"/>
                <a:gd name="connsiteY72" fmla="*/ 0 h 189535"/>
                <a:gd name="connsiteX73" fmla="*/ 547251 w 1085518"/>
                <a:gd name="connsiteY73" fmla="*/ 0 h 189535"/>
                <a:gd name="connsiteX74" fmla="*/ 547251 w 1085518"/>
                <a:gd name="connsiteY74" fmla="*/ 185993 h 189535"/>
                <a:gd name="connsiteX75" fmla="*/ 575432 w 1085518"/>
                <a:gd name="connsiteY75" fmla="*/ 185993 h 189535"/>
                <a:gd name="connsiteX76" fmla="*/ 575432 w 1085518"/>
                <a:gd name="connsiteY76" fmla="*/ 172965 h 189535"/>
                <a:gd name="connsiteX77" fmla="*/ 577062 w 1085518"/>
                <a:gd name="connsiteY77" fmla="*/ 170689 h 189535"/>
                <a:gd name="connsiteX78" fmla="*/ 459031 w 1085518"/>
                <a:gd name="connsiteY78" fmla="*/ 163436 h 189535"/>
                <a:gd name="connsiteX79" fmla="*/ 419011 w 1085518"/>
                <a:gd name="connsiteY79" fmla="*/ 121394 h 189535"/>
                <a:gd name="connsiteX80" fmla="*/ 459031 w 1085518"/>
                <a:gd name="connsiteY80" fmla="*/ 79341 h 189535"/>
                <a:gd name="connsiteX81" fmla="*/ 499051 w 1085518"/>
                <a:gd name="connsiteY81" fmla="*/ 121383 h 189535"/>
                <a:gd name="connsiteX82" fmla="*/ 459031 w 1085518"/>
                <a:gd name="connsiteY82" fmla="*/ 163425 h 189535"/>
                <a:gd name="connsiteX83" fmla="*/ 525809 w 1085518"/>
                <a:gd name="connsiteY83" fmla="*/ 186015 h 189535"/>
                <a:gd name="connsiteX84" fmla="*/ 525809 w 1085518"/>
                <a:gd name="connsiteY84" fmla="*/ 56549 h 189535"/>
                <a:gd name="connsiteX85" fmla="*/ 497827 w 1085518"/>
                <a:gd name="connsiteY85" fmla="*/ 56549 h 189535"/>
                <a:gd name="connsiteX86" fmla="*/ 497827 w 1085518"/>
                <a:gd name="connsiteY86" fmla="*/ 69598 h 189535"/>
                <a:gd name="connsiteX87" fmla="*/ 496196 w 1085518"/>
                <a:gd name="connsiteY87" fmla="*/ 71874 h 189535"/>
                <a:gd name="connsiteX88" fmla="*/ 493550 w 1085518"/>
                <a:gd name="connsiteY88" fmla="*/ 71056 h 189535"/>
                <a:gd name="connsiteX89" fmla="*/ 452703 w 1085518"/>
                <a:gd name="connsiteY89" fmla="*/ 53231 h 189535"/>
                <a:gd name="connsiteX90" fmla="*/ 390423 w 1085518"/>
                <a:gd name="connsiteY90" fmla="*/ 121394 h 189535"/>
                <a:gd name="connsiteX91" fmla="*/ 452703 w 1085518"/>
                <a:gd name="connsiteY91" fmla="*/ 189333 h 189535"/>
                <a:gd name="connsiteX92" fmla="*/ 493539 w 1085518"/>
                <a:gd name="connsiteY92" fmla="*/ 170476 h 189535"/>
                <a:gd name="connsiteX93" fmla="*/ 496196 w 1085518"/>
                <a:gd name="connsiteY93" fmla="*/ 169647 h 189535"/>
                <a:gd name="connsiteX94" fmla="*/ 497827 w 1085518"/>
                <a:gd name="connsiteY94" fmla="*/ 171922 h 189535"/>
                <a:gd name="connsiteX95" fmla="*/ 497827 w 1085518"/>
                <a:gd name="connsiteY95" fmla="*/ 186004 h 189535"/>
                <a:gd name="connsiteX96" fmla="*/ 525809 w 1085518"/>
                <a:gd name="connsiteY96" fmla="*/ 186015 h 189535"/>
                <a:gd name="connsiteX97" fmla="*/ 219527 w 1085518"/>
                <a:gd name="connsiteY97" fmla="*/ 163436 h 189535"/>
                <a:gd name="connsiteX98" fmla="*/ 179507 w 1085518"/>
                <a:gd name="connsiteY98" fmla="*/ 121394 h 189535"/>
                <a:gd name="connsiteX99" fmla="*/ 219527 w 1085518"/>
                <a:gd name="connsiteY99" fmla="*/ 79341 h 189535"/>
                <a:gd name="connsiteX100" fmla="*/ 259547 w 1085518"/>
                <a:gd name="connsiteY100" fmla="*/ 121383 h 189535"/>
                <a:gd name="connsiteX101" fmla="*/ 219527 w 1085518"/>
                <a:gd name="connsiteY101" fmla="*/ 163425 h 189535"/>
                <a:gd name="connsiteX102" fmla="*/ 286294 w 1085518"/>
                <a:gd name="connsiteY102" fmla="*/ 186015 h 189535"/>
                <a:gd name="connsiteX103" fmla="*/ 286294 w 1085518"/>
                <a:gd name="connsiteY103" fmla="*/ 56549 h 189535"/>
                <a:gd name="connsiteX104" fmla="*/ 258323 w 1085518"/>
                <a:gd name="connsiteY104" fmla="*/ 56549 h 189535"/>
                <a:gd name="connsiteX105" fmla="*/ 258323 w 1085518"/>
                <a:gd name="connsiteY105" fmla="*/ 69598 h 189535"/>
                <a:gd name="connsiteX106" fmla="*/ 256680 w 1085518"/>
                <a:gd name="connsiteY106" fmla="*/ 71874 h 189535"/>
                <a:gd name="connsiteX107" fmla="*/ 254035 w 1085518"/>
                <a:gd name="connsiteY107" fmla="*/ 71056 h 189535"/>
                <a:gd name="connsiteX108" fmla="*/ 213188 w 1085518"/>
                <a:gd name="connsiteY108" fmla="*/ 53231 h 189535"/>
                <a:gd name="connsiteX109" fmla="*/ 150908 w 1085518"/>
                <a:gd name="connsiteY109" fmla="*/ 121170 h 189535"/>
                <a:gd name="connsiteX110" fmla="*/ 213199 w 1085518"/>
                <a:gd name="connsiteY110" fmla="*/ 189110 h 189535"/>
                <a:gd name="connsiteX111" fmla="*/ 254035 w 1085518"/>
                <a:gd name="connsiteY111" fmla="*/ 170275 h 189535"/>
                <a:gd name="connsiteX112" fmla="*/ 256680 w 1085518"/>
                <a:gd name="connsiteY112" fmla="*/ 169434 h 189535"/>
                <a:gd name="connsiteX113" fmla="*/ 258323 w 1085518"/>
                <a:gd name="connsiteY113" fmla="*/ 171721 h 189535"/>
                <a:gd name="connsiteX114" fmla="*/ 258323 w 1085518"/>
                <a:gd name="connsiteY114" fmla="*/ 185802 h 189535"/>
                <a:gd name="connsiteX115" fmla="*/ 286294 w 1085518"/>
                <a:gd name="connsiteY115" fmla="*/ 185802 h 189535"/>
                <a:gd name="connsiteX116" fmla="*/ 286294 w 1085518"/>
                <a:gd name="connsiteY116" fmla="*/ 186015 h 189535"/>
                <a:gd name="connsiteX117" fmla="*/ 68420 w 1085518"/>
                <a:gd name="connsiteY117" fmla="*/ 163425 h 189535"/>
                <a:gd name="connsiteX118" fmla="*/ 28400 w 1085518"/>
                <a:gd name="connsiteY118" fmla="*/ 121383 h 189535"/>
                <a:gd name="connsiteX119" fmla="*/ 68420 w 1085518"/>
                <a:gd name="connsiteY119" fmla="*/ 79330 h 189535"/>
                <a:gd name="connsiteX120" fmla="*/ 108441 w 1085518"/>
                <a:gd name="connsiteY120" fmla="*/ 121372 h 189535"/>
                <a:gd name="connsiteX121" fmla="*/ 68420 w 1085518"/>
                <a:gd name="connsiteY121" fmla="*/ 163413 h 189535"/>
                <a:gd name="connsiteX122" fmla="*/ 135594 w 1085518"/>
                <a:gd name="connsiteY122" fmla="*/ 186004 h 189535"/>
                <a:gd name="connsiteX123" fmla="*/ 135594 w 1085518"/>
                <a:gd name="connsiteY123" fmla="*/ 0 h 189535"/>
                <a:gd name="connsiteX124" fmla="*/ 107415 w 1085518"/>
                <a:gd name="connsiteY124" fmla="*/ 0 h 189535"/>
                <a:gd name="connsiteX125" fmla="*/ 107415 w 1085518"/>
                <a:gd name="connsiteY125" fmla="*/ 69587 h 189535"/>
                <a:gd name="connsiteX126" fmla="*/ 105783 w 1085518"/>
                <a:gd name="connsiteY126" fmla="*/ 71874 h 189535"/>
                <a:gd name="connsiteX127" fmla="*/ 103138 w 1085518"/>
                <a:gd name="connsiteY127" fmla="*/ 71247 h 189535"/>
                <a:gd name="connsiteX128" fmla="*/ 62291 w 1085518"/>
                <a:gd name="connsiteY128" fmla="*/ 53432 h 189535"/>
                <a:gd name="connsiteX129" fmla="*/ 0 w 1085518"/>
                <a:gd name="connsiteY129" fmla="*/ 121372 h 189535"/>
                <a:gd name="connsiteX130" fmla="*/ 17971 w 1085518"/>
                <a:gd name="connsiteY130" fmla="*/ 169849 h 189535"/>
                <a:gd name="connsiteX131" fmla="*/ 62291 w 1085518"/>
                <a:gd name="connsiteY131" fmla="*/ 189311 h 189535"/>
                <a:gd name="connsiteX132" fmla="*/ 103126 w 1085518"/>
                <a:gd name="connsiteY132" fmla="*/ 170678 h 189535"/>
                <a:gd name="connsiteX133" fmla="*/ 105773 w 1085518"/>
                <a:gd name="connsiteY133" fmla="*/ 169849 h 189535"/>
                <a:gd name="connsiteX134" fmla="*/ 107426 w 1085518"/>
                <a:gd name="connsiteY134" fmla="*/ 172124 h 189535"/>
                <a:gd name="connsiteX135" fmla="*/ 107426 w 1085518"/>
                <a:gd name="connsiteY135" fmla="*/ 186004 h 189535"/>
                <a:gd name="connsiteX136" fmla="*/ 135594 w 1085518"/>
                <a:gd name="connsiteY136" fmla="*/ 186004 h 1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85518" h="189535">
                  <a:moveTo>
                    <a:pt x="1001993" y="129040"/>
                  </a:moveTo>
                  <a:cubicBezTo>
                    <a:pt x="1002436" y="128613"/>
                    <a:pt x="1003030" y="128390"/>
                    <a:pt x="1003637" y="128423"/>
                  </a:cubicBezTo>
                  <a:lnTo>
                    <a:pt x="1003836" y="128423"/>
                  </a:lnTo>
                  <a:cubicBezTo>
                    <a:pt x="1004452" y="128423"/>
                    <a:pt x="1005059" y="128838"/>
                    <a:pt x="1005676" y="129242"/>
                  </a:cubicBezTo>
                  <a:lnTo>
                    <a:pt x="1050801" y="186004"/>
                  </a:lnTo>
                  <a:lnTo>
                    <a:pt x="1085518" y="186004"/>
                  </a:lnTo>
                  <a:lnTo>
                    <a:pt x="1027120" y="114331"/>
                  </a:lnTo>
                  <a:cubicBezTo>
                    <a:pt x="1026293" y="113300"/>
                    <a:pt x="1026293" y="111843"/>
                    <a:pt x="1027318" y="111024"/>
                  </a:cubicBezTo>
                  <a:lnTo>
                    <a:pt x="1081020" y="56538"/>
                  </a:lnTo>
                  <a:lnTo>
                    <a:pt x="1046512" y="56538"/>
                  </a:lnTo>
                  <a:lnTo>
                    <a:pt x="1000164" y="103770"/>
                  </a:lnTo>
                  <a:cubicBezTo>
                    <a:pt x="999546" y="104387"/>
                    <a:pt x="998532" y="104600"/>
                    <a:pt x="997507" y="104387"/>
                  </a:cubicBezTo>
                  <a:cubicBezTo>
                    <a:pt x="996647" y="103964"/>
                    <a:pt x="996096" y="103084"/>
                    <a:pt x="996074" y="102111"/>
                  </a:cubicBezTo>
                  <a:lnTo>
                    <a:pt x="996074" y="202"/>
                  </a:lnTo>
                  <a:lnTo>
                    <a:pt x="967696" y="202"/>
                  </a:lnTo>
                  <a:lnTo>
                    <a:pt x="967696" y="186206"/>
                  </a:lnTo>
                  <a:lnTo>
                    <a:pt x="995875" y="186206"/>
                  </a:lnTo>
                  <a:lnTo>
                    <a:pt x="995875" y="135666"/>
                  </a:lnTo>
                  <a:cubicBezTo>
                    <a:pt x="995875" y="135049"/>
                    <a:pt x="996074" y="134208"/>
                    <a:pt x="996691" y="133805"/>
                  </a:cubicBezTo>
                  <a:lnTo>
                    <a:pt x="1001993" y="129040"/>
                  </a:lnTo>
                  <a:close/>
                  <a:moveTo>
                    <a:pt x="901127" y="53231"/>
                  </a:moveTo>
                  <a:cubicBezTo>
                    <a:pt x="861923" y="53231"/>
                    <a:pt x="833534" y="81819"/>
                    <a:pt x="833534" y="121394"/>
                  </a:cubicBezTo>
                  <a:cubicBezTo>
                    <a:pt x="833534" y="140644"/>
                    <a:pt x="840281" y="157830"/>
                    <a:pt x="852321" y="170275"/>
                  </a:cubicBezTo>
                  <a:cubicBezTo>
                    <a:pt x="864580" y="182697"/>
                    <a:pt x="881723" y="189535"/>
                    <a:pt x="900918" y="189535"/>
                  </a:cubicBezTo>
                  <a:cubicBezTo>
                    <a:pt x="916849" y="189535"/>
                    <a:pt x="929098" y="186430"/>
                    <a:pt x="952382" y="169019"/>
                  </a:cubicBezTo>
                  <a:lnTo>
                    <a:pt x="936252" y="151832"/>
                  </a:lnTo>
                  <a:cubicBezTo>
                    <a:pt x="924809" y="159500"/>
                    <a:pt x="914191" y="163223"/>
                    <a:pt x="903784" y="163223"/>
                  </a:cubicBezTo>
                  <a:cubicBezTo>
                    <a:pt x="880092" y="163223"/>
                    <a:pt x="862332" y="145207"/>
                    <a:pt x="862332" y="121383"/>
                  </a:cubicBezTo>
                  <a:cubicBezTo>
                    <a:pt x="862332" y="97559"/>
                    <a:pt x="880092" y="79543"/>
                    <a:pt x="903784" y="79543"/>
                  </a:cubicBezTo>
                  <a:cubicBezTo>
                    <a:pt x="915008" y="79543"/>
                    <a:pt x="925427" y="83276"/>
                    <a:pt x="935845" y="90933"/>
                  </a:cubicBezTo>
                  <a:lnTo>
                    <a:pt x="953804" y="73747"/>
                  </a:lnTo>
                  <a:cubicBezTo>
                    <a:pt x="932780" y="55518"/>
                    <a:pt x="913784" y="53231"/>
                    <a:pt x="901127" y="53231"/>
                  </a:cubicBezTo>
                  <a:moveTo>
                    <a:pt x="802697" y="202"/>
                  </a:moveTo>
                  <a:cubicBezTo>
                    <a:pt x="793135" y="-44"/>
                    <a:pt x="785188" y="7640"/>
                    <a:pt x="784947" y="17364"/>
                  </a:cubicBezTo>
                  <a:cubicBezTo>
                    <a:pt x="784705" y="27088"/>
                    <a:pt x="792262" y="35171"/>
                    <a:pt x="801823" y="35416"/>
                  </a:cubicBezTo>
                  <a:cubicBezTo>
                    <a:pt x="802116" y="35424"/>
                    <a:pt x="802406" y="35424"/>
                    <a:pt x="802697" y="35416"/>
                  </a:cubicBezTo>
                  <a:cubicBezTo>
                    <a:pt x="812258" y="35763"/>
                    <a:pt x="820283" y="28164"/>
                    <a:pt x="820624" y="18443"/>
                  </a:cubicBezTo>
                  <a:cubicBezTo>
                    <a:pt x="820965" y="8722"/>
                    <a:pt x="813493" y="560"/>
                    <a:pt x="803934" y="213"/>
                  </a:cubicBezTo>
                  <a:cubicBezTo>
                    <a:pt x="803521" y="198"/>
                    <a:pt x="803111" y="198"/>
                    <a:pt x="802697" y="213"/>
                  </a:cubicBezTo>
                  <a:moveTo>
                    <a:pt x="817405" y="56560"/>
                  </a:moveTo>
                  <a:lnTo>
                    <a:pt x="788818" y="56560"/>
                  </a:lnTo>
                  <a:lnTo>
                    <a:pt x="788818" y="186228"/>
                  </a:lnTo>
                  <a:lnTo>
                    <a:pt x="817405" y="186228"/>
                  </a:lnTo>
                  <a:lnTo>
                    <a:pt x="817405" y="56560"/>
                  </a:lnTo>
                  <a:close/>
                  <a:moveTo>
                    <a:pt x="764320" y="83086"/>
                  </a:moveTo>
                  <a:cubicBezTo>
                    <a:pt x="766966" y="83086"/>
                    <a:pt x="769425" y="83299"/>
                    <a:pt x="771045" y="83713"/>
                  </a:cubicBezTo>
                  <a:lnTo>
                    <a:pt x="771045" y="54295"/>
                  </a:lnTo>
                  <a:cubicBezTo>
                    <a:pt x="769499" y="54016"/>
                    <a:pt x="767931" y="53878"/>
                    <a:pt x="766360" y="53881"/>
                  </a:cubicBezTo>
                  <a:cubicBezTo>
                    <a:pt x="751653" y="53881"/>
                    <a:pt x="738181" y="61549"/>
                    <a:pt x="731036" y="73769"/>
                  </a:cubicBezTo>
                  <a:cubicBezTo>
                    <a:pt x="730419" y="74801"/>
                    <a:pt x="729393" y="75227"/>
                    <a:pt x="728379" y="74801"/>
                  </a:cubicBezTo>
                  <a:cubicBezTo>
                    <a:pt x="727339" y="74539"/>
                    <a:pt x="726590" y="73614"/>
                    <a:pt x="726538" y="72525"/>
                  </a:cubicBezTo>
                  <a:lnTo>
                    <a:pt x="726538" y="56571"/>
                  </a:lnTo>
                  <a:lnTo>
                    <a:pt x="698568" y="56571"/>
                  </a:lnTo>
                  <a:lnTo>
                    <a:pt x="698568" y="186239"/>
                  </a:lnTo>
                  <a:lnTo>
                    <a:pt x="726748" y="186239"/>
                  </a:lnTo>
                  <a:lnTo>
                    <a:pt x="726748" y="129062"/>
                  </a:lnTo>
                  <a:cubicBezTo>
                    <a:pt x="726748" y="100698"/>
                    <a:pt x="741036" y="83097"/>
                    <a:pt x="764320" y="83097"/>
                  </a:cubicBezTo>
                  <a:moveTo>
                    <a:pt x="574197" y="121383"/>
                  </a:moveTo>
                  <a:cubicBezTo>
                    <a:pt x="574197" y="97772"/>
                    <a:pt x="591770" y="79341"/>
                    <a:pt x="614228" y="79341"/>
                  </a:cubicBezTo>
                  <a:cubicBezTo>
                    <a:pt x="636685" y="79341"/>
                    <a:pt x="654248" y="97772"/>
                    <a:pt x="654248" y="121383"/>
                  </a:cubicBezTo>
                  <a:cubicBezTo>
                    <a:pt x="654248" y="144993"/>
                    <a:pt x="636686" y="163425"/>
                    <a:pt x="614228" y="163425"/>
                  </a:cubicBezTo>
                  <a:cubicBezTo>
                    <a:pt x="591769" y="163425"/>
                    <a:pt x="574207" y="144791"/>
                    <a:pt x="574207" y="121383"/>
                  </a:cubicBezTo>
                  <a:moveTo>
                    <a:pt x="577062" y="170678"/>
                  </a:moveTo>
                  <a:cubicBezTo>
                    <a:pt x="577272" y="170678"/>
                    <a:pt x="577680" y="170465"/>
                    <a:pt x="577878" y="170465"/>
                  </a:cubicBezTo>
                  <a:cubicBezTo>
                    <a:pt x="578497" y="170465"/>
                    <a:pt x="579313" y="170880"/>
                    <a:pt x="579720" y="171295"/>
                  </a:cubicBezTo>
                  <a:cubicBezTo>
                    <a:pt x="589312" y="182685"/>
                    <a:pt x="604218" y="189110"/>
                    <a:pt x="620557" y="189110"/>
                  </a:cubicBezTo>
                  <a:cubicBezTo>
                    <a:pt x="655472" y="189110"/>
                    <a:pt x="682847" y="159288"/>
                    <a:pt x="682847" y="121170"/>
                  </a:cubicBezTo>
                  <a:cubicBezTo>
                    <a:pt x="682847" y="102525"/>
                    <a:pt x="676508" y="85339"/>
                    <a:pt x="664876" y="72704"/>
                  </a:cubicBezTo>
                  <a:cubicBezTo>
                    <a:pt x="653438" y="60186"/>
                    <a:pt x="637359" y="53121"/>
                    <a:pt x="620557" y="53231"/>
                  </a:cubicBezTo>
                  <a:cubicBezTo>
                    <a:pt x="604427" y="53231"/>
                    <a:pt x="589521" y="60069"/>
                    <a:pt x="579720" y="71874"/>
                  </a:cubicBezTo>
                  <a:cubicBezTo>
                    <a:pt x="579102" y="72704"/>
                    <a:pt x="578088" y="72906"/>
                    <a:pt x="577074" y="72704"/>
                  </a:cubicBezTo>
                  <a:cubicBezTo>
                    <a:pt x="576049" y="72290"/>
                    <a:pt x="575432" y="71460"/>
                    <a:pt x="575432" y="70417"/>
                  </a:cubicBezTo>
                  <a:lnTo>
                    <a:pt x="575432" y="0"/>
                  </a:lnTo>
                  <a:lnTo>
                    <a:pt x="547251" y="0"/>
                  </a:lnTo>
                  <a:lnTo>
                    <a:pt x="547251" y="185993"/>
                  </a:lnTo>
                  <a:lnTo>
                    <a:pt x="575432" y="185993"/>
                  </a:lnTo>
                  <a:lnTo>
                    <a:pt x="575432" y="172965"/>
                  </a:lnTo>
                  <a:cubicBezTo>
                    <a:pt x="575432" y="171923"/>
                    <a:pt x="576048" y="171104"/>
                    <a:pt x="577062" y="170689"/>
                  </a:cubicBezTo>
                  <a:moveTo>
                    <a:pt x="459031" y="163436"/>
                  </a:moveTo>
                  <a:cubicBezTo>
                    <a:pt x="436573" y="163436"/>
                    <a:pt x="419011" y="144993"/>
                    <a:pt x="419011" y="121394"/>
                  </a:cubicBezTo>
                  <a:cubicBezTo>
                    <a:pt x="419011" y="97772"/>
                    <a:pt x="436573" y="79341"/>
                    <a:pt x="459031" y="79341"/>
                  </a:cubicBezTo>
                  <a:cubicBezTo>
                    <a:pt x="481488" y="79341"/>
                    <a:pt x="499051" y="97772"/>
                    <a:pt x="499051" y="121383"/>
                  </a:cubicBezTo>
                  <a:cubicBezTo>
                    <a:pt x="499051" y="144993"/>
                    <a:pt x="481489" y="163425"/>
                    <a:pt x="459031" y="163425"/>
                  </a:cubicBezTo>
                  <a:moveTo>
                    <a:pt x="525809" y="186015"/>
                  </a:moveTo>
                  <a:lnTo>
                    <a:pt x="525809" y="56549"/>
                  </a:lnTo>
                  <a:lnTo>
                    <a:pt x="497827" y="56549"/>
                  </a:lnTo>
                  <a:lnTo>
                    <a:pt x="497827" y="69598"/>
                  </a:lnTo>
                  <a:cubicBezTo>
                    <a:pt x="497827" y="70641"/>
                    <a:pt x="497221" y="71460"/>
                    <a:pt x="496196" y="71874"/>
                  </a:cubicBezTo>
                  <a:cubicBezTo>
                    <a:pt x="495170" y="72290"/>
                    <a:pt x="494156" y="71874"/>
                    <a:pt x="493550" y="71056"/>
                  </a:cubicBezTo>
                  <a:cubicBezTo>
                    <a:pt x="484146" y="59655"/>
                    <a:pt x="469450" y="53231"/>
                    <a:pt x="452703" y="53231"/>
                  </a:cubicBezTo>
                  <a:cubicBezTo>
                    <a:pt x="417578" y="53231"/>
                    <a:pt x="390423" y="83063"/>
                    <a:pt x="390423" y="121394"/>
                  </a:cubicBezTo>
                  <a:cubicBezTo>
                    <a:pt x="390423" y="159703"/>
                    <a:pt x="417787" y="189333"/>
                    <a:pt x="452703" y="189333"/>
                  </a:cubicBezTo>
                  <a:cubicBezTo>
                    <a:pt x="468832" y="189333"/>
                    <a:pt x="483738" y="182494"/>
                    <a:pt x="493539" y="170476"/>
                  </a:cubicBezTo>
                  <a:cubicBezTo>
                    <a:pt x="494156" y="169647"/>
                    <a:pt x="495379" y="169434"/>
                    <a:pt x="496196" y="169647"/>
                  </a:cubicBezTo>
                  <a:cubicBezTo>
                    <a:pt x="497221" y="170062"/>
                    <a:pt x="497827" y="170880"/>
                    <a:pt x="497827" y="171922"/>
                  </a:cubicBezTo>
                  <a:lnTo>
                    <a:pt x="497827" y="186004"/>
                  </a:lnTo>
                  <a:lnTo>
                    <a:pt x="525809" y="186015"/>
                  </a:lnTo>
                  <a:close/>
                  <a:moveTo>
                    <a:pt x="219527" y="163436"/>
                  </a:moveTo>
                  <a:cubicBezTo>
                    <a:pt x="197059" y="163436"/>
                    <a:pt x="179507" y="144993"/>
                    <a:pt x="179507" y="121394"/>
                  </a:cubicBezTo>
                  <a:cubicBezTo>
                    <a:pt x="179507" y="97772"/>
                    <a:pt x="197059" y="79341"/>
                    <a:pt x="219527" y="79341"/>
                  </a:cubicBezTo>
                  <a:cubicBezTo>
                    <a:pt x="241996" y="79341"/>
                    <a:pt x="259547" y="97772"/>
                    <a:pt x="259547" y="121383"/>
                  </a:cubicBezTo>
                  <a:cubicBezTo>
                    <a:pt x="259547" y="144993"/>
                    <a:pt x="241984" y="163425"/>
                    <a:pt x="219527" y="163425"/>
                  </a:cubicBezTo>
                  <a:moveTo>
                    <a:pt x="286294" y="186015"/>
                  </a:moveTo>
                  <a:lnTo>
                    <a:pt x="286294" y="56549"/>
                  </a:lnTo>
                  <a:lnTo>
                    <a:pt x="258323" y="56549"/>
                  </a:lnTo>
                  <a:lnTo>
                    <a:pt x="258323" y="69598"/>
                  </a:lnTo>
                  <a:cubicBezTo>
                    <a:pt x="258323" y="70641"/>
                    <a:pt x="257706" y="71460"/>
                    <a:pt x="256680" y="71874"/>
                  </a:cubicBezTo>
                  <a:cubicBezTo>
                    <a:pt x="255719" y="72268"/>
                    <a:pt x="254618" y="71928"/>
                    <a:pt x="254035" y="71056"/>
                  </a:cubicBezTo>
                  <a:cubicBezTo>
                    <a:pt x="244642" y="59655"/>
                    <a:pt x="229934" y="53231"/>
                    <a:pt x="213188" y="53231"/>
                  </a:cubicBezTo>
                  <a:cubicBezTo>
                    <a:pt x="178272" y="53231"/>
                    <a:pt x="150908" y="83063"/>
                    <a:pt x="150908" y="121170"/>
                  </a:cubicBezTo>
                  <a:cubicBezTo>
                    <a:pt x="150908" y="159288"/>
                    <a:pt x="178272" y="189110"/>
                    <a:pt x="213199" y="189110"/>
                  </a:cubicBezTo>
                  <a:cubicBezTo>
                    <a:pt x="229328" y="189110"/>
                    <a:pt x="244234" y="182270"/>
                    <a:pt x="254035" y="170275"/>
                  </a:cubicBezTo>
                  <a:cubicBezTo>
                    <a:pt x="254641" y="169434"/>
                    <a:pt x="255865" y="169232"/>
                    <a:pt x="256680" y="169434"/>
                  </a:cubicBezTo>
                  <a:cubicBezTo>
                    <a:pt x="257706" y="169849"/>
                    <a:pt x="258323" y="170678"/>
                    <a:pt x="258323" y="171721"/>
                  </a:cubicBezTo>
                  <a:lnTo>
                    <a:pt x="258323" y="185802"/>
                  </a:lnTo>
                  <a:lnTo>
                    <a:pt x="286294" y="185802"/>
                  </a:lnTo>
                  <a:lnTo>
                    <a:pt x="286294" y="186015"/>
                  </a:lnTo>
                  <a:close/>
                  <a:moveTo>
                    <a:pt x="68420" y="163425"/>
                  </a:moveTo>
                  <a:cubicBezTo>
                    <a:pt x="45952" y="163425"/>
                    <a:pt x="28400" y="144993"/>
                    <a:pt x="28400" y="121383"/>
                  </a:cubicBezTo>
                  <a:cubicBezTo>
                    <a:pt x="28400" y="97761"/>
                    <a:pt x="45952" y="79330"/>
                    <a:pt x="68420" y="79330"/>
                  </a:cubicBezTo>
                  <a:cubicBezTo>
                    <a:pt x="90889" y="79330"/>
                    <a:pt x="108441" y="97761"/>
                    <a:pt x="108441" y="121372"/>
                  </a:cubicBezTo>
                  <a:cubicBezTo>
                    <a:pt x="108441" y="144983"/>
                    <a:pt x="90878" y="163413"/>
                    <a:pt x="68420" y="163413"/>
                  </a:cubicBezTo>
                  <a:moveTo>
                    <a:pt x="135594" y="186004"/>
                  </a:moveTo>
                  <a:lnTo>
                    <a:pt x="135594" y="0"/>
                  </a:lnTo>
                  <a:lnTo>
                    <a:pt x="107415" y="0"/>
                  </a:lnTo>
                  <a:lnTo>
                    <a:pt x="107415" y="69587"/>
                  </a:lnTo>
                  <a:cubicBezTo>
                    <a:pt x="107415" y="70630"/>
                    <a:pt x="106798" y="71460"/>
                    <a:pt x="105783" y="71874"/>
                  </a:cubicBezTo>
                  <a:cubicBezTo>
                    <a:pt x="104856" y="72204"/>
                    <a:pt x="103826" y="71959"/>
                    <a:pt x="103138" y="71247"/>
                  </a:cubicBezTo>
                  <a:cubicBezTo>
                    <a:pt x="93535" y="59856"/>
                    <a:pt x="78629" y="53432"/>
                    <a:pt x="62291" y="53432"/>
                  </a:cubicBezTo>
                  <a:cubicBezTo>
                    <a:pt x="27375" y="53432"/>
                    <a:pt x="0" y="83253"/>
                    <a:pt x="0" y="121372"/>
                  </a:cubicBezTo>
                  <a:cubicBezTo>
                    <a:pt x="0" y="140015"/>
                    <a:pt x="6340" y="157213"/>
                    <a:pt x="17971" y="169849"/>
                  </a:cubicBezTo>
                  <a:cubicBezTo>
                    <a:pt x="29411" y="182362"/>
                    <a:pt x="45489" y="189423"/>
                    <a:pt x="62291" y="189311"/>
                  </a:cubicBezTo>
                  <a:cubicBezTo>
                    <a:pt x="78420" y="189311"/>
                    <a:pt x="93325" y="182473"/>
                    <a:pt x="103126" y="170678"/>
                  </a:cubicBezTo>
                  <a:cubicBezTo>
                    <a:pt x="103744" y="169849"/>
                    <a:pt x="104968" y="169635"/>
                    <a:pt x="105773" y="169849"/>
                  </a:cubicBezTo>
                  <a:cubicBezTo>
                    <a:pt x="106798" y="170264"/>
                    <a:pt x="107426" y="171082"/>
                    <a:pt x="107426" y="172124"/>
                  </a:cubicBezTo>
                  <a:lnTo>
                    <a:pt x="107426" y="186004"/>
                  </a:lnTo>
                  <a:lnTo>
                    <a:pt x="135594" y="186004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35DC6EB-47E3-92F9-350D-31520BCBE666}"/>
                </a:ext>
              </a:extLst>
            </p:cNvPr>
            <p:cNvSpPr/>
            <p:nvPr/>
          </p:nvSpPr>
          <p:spPr>
            <a:xfrm>
              <a:off x="5130653" y="2104990"/>
              <a:ext cx="878752" cy="172304"/>
            </a:xfrm>
            <a:custGeom>
              <a:avLst/>
              <a:gdLst>
                <a:gd name="connsiteX0" fmla="*/ 63265 w 878752"/>
                <a:gd name="connsiteY0" fmla="*/ 171063 h 172304"/>
                <a:gd name="connsiteX1" fmla="*/ 84767 w 878752"/>
                <a:gd name="connsiteY1" fmla="*/ 169610 h 172304"/>
                <a:gd name="connsiteX2" fmla="*/ 84767 w 878752"/>
                <a:gd name="connsiteY2" fmla="*/ 144830 h 172304"/>
                <a:gd name="connsiteX3" fmla="*/ 70639 w 878752"/>
                <a:gd name="connsiteY3" fmla="*/ 145646 h 172304"/>
                <a:gd name="connsiteX4" fmla="*/ 50376 w 878752"/>
                <a:gd name="connsiteY4" fmla="*/ 118586 h 172304"/>
                <a:gd name="connsiteX5" fmla="*/ 50376 w 878752"/>
                <a:gd name="connsiteY5" fmla="*/ 65493 h 172304"/>
                <a:gd name="connsiteX6" fmla="*/ 52830 w 878752"/>
                <a:gd name="connsiteY6" fmla="*/ 63011 h 172304"/>
                <a:gd name="connsiteX7" fmla="*/ 80466 w 878752"/>
                <a:gd name="connsiteY7" fmla="*/ 63011 h 172304"/>
                <a:gd name="connsiteX8" fmla="*/ 80466 w 878752"/>
                <a:gd name="connsiteY8" fmla="*/ 39663 h 172304"/>
                <a:gd name="connsiteX9" fmla="*/ 52830 w 878752"/>
                <a:gd name="connsiteY9" fmla="*/ 39663 h 172304"/>
                <a:gd name="connsiteX10" fmla="*/ 50376 w 878752"/>
                <a:gd name="connsiteY10" fmla="*/ 37362 h 172304"/>
                <a:gd name="connsiteX11" fmla="*/ 50376 w 878752"/>
                <a:gd name="connsiteY11" fmla="*/ 37191 h 172304"/>
                <a:gd name="connsiteX12" fmla="*/ 50376 w 878752"/>
                <a:gd name="connsiteY12" fmla="*/ 0 h 172304"/>
                <a:gd name="connsiteX13" fmla="*/ 22120 w 878752"/>
                <a:gd name="connsiteY13" fmla="*/ 0 h 172304"/>
                <a:gd name="connsiteX14" fmla="*/ 22120 w 878752"/>
                <a:gd name="connsiteY14" fmla="*/ 37393 h 172304"/>
                <a:gd name="connsiteX15" fmla="*/ 19656 w 878752"/>
                <a:gd name="connsiteY15" fmla="*/ 39875 h 172304"/>
                <a:gd name="connsiteX16" fmla="*/ 0 w 878752"/>
                <a:gd name="connsiteY16" fmla="*/ 39875 h 172304"/>
                <a:gd name="connsiteX17" fmla="*/ 0 w 878752"/>
                <a:gd name="connsiteY17" fmla="*/ 63224 h 172304"/>
                <a:gd name="connsiteX18" fmla="*/ 19656 w 878752"/>
                <a:gd name="connsiteY18" fmla="*/ 63224 h 172304"/>
                <a:gd name="connsiteX19" fmla="*/ 22120 w 878752"/>
                <a:gd name="connsiteY19" fmla="*/ 65694 h 172304"/>
                <a:gd name="connsiteX20" fmla="*/ 22120 w 878752"/>
                <a:gd name="connsiteY20" fmla="*/ 125821 h 172304"/>
                <a:gd name="connsiteX21" fmla="*/ 63265 w 878752"/>
                <a:gd name="connsiteY21" fmla="*/ 171063 h 172304"/>
                <a:gd name="connsiteX22" fmla="*/ 832070 w 878752"/>
                <a:gd name="connsiteY22" fmla="*/ 172305 h 172304"/>
                <a:gd name="connsiteX23" fmla="*/ 878752 w 878752"/>
                <a:gd name="connsiteY23" fmla="*/ 130987 h 172304"/>
                <a:gd name="connsiteX24" fmla="*/ 845180 w 878752"/>
                <a:gd name="connsiteY24" fmla="*/ 93594 h 172304"/>
                <a:gd name="connsiteX25" fmla="*/ 829814 w 878752"/>
                <a:gd name="connsiteY25" fmla="*/ 88428 h 172304"/>
                <a:gd name="connsiteX26" fmla="*/ 814459 w 878752"/>
                <a:gd name="connsiteY26" fmla="*/ 73142 h 172304"/>
                <a:gd name="connsiteX27" fmla="*/ 831252 w 878752"/>
                <a:gd name="connsiteY27" fmla="*/ 59913 h 172304"/>
                <a:gd name="connsiteX28" fmla="*/ 854389 w 878752"/>
                <a:gd name="connsiteY28" fmla="*/ 76854 h 172304"/>
                <a:gd name="connsiteX29" fmla="*/ 877117 w 878752"/>
                <a:gd name="connsiteY29" fmla="*/ 64464 h 172304"/>
                <a:gd name="connsiteX30" fmla="*/ 831252 w 878752"/>
                <a:gd name="connsiteY30" fmla="*/ 36364 h 172304"/>
                <a:gd name="connsiteX31" fmla="*/ 787443 w 878752"/>
                <a:gd name="connsiteY31" fmla="*/ 75412 h 172304"/>
                <a:gd name="connsiteX32" fmla="*/ 819986 w 878752"/>
                <a:gd name="connsiteY32" fmla="*/ 112391 h 172304"/>
                <a:gd name="connsiteX33" fmla="*/ 835762 w 878752"/>
                <a:gd name="connsiteY33" fmla="*/ 117557 h 172304"/>
                <a:gd name="connsiteX34" fmla="*/ 851526 w 878752"/>
                <a:gd name="connsiteY34" fmla="*/ 132843 h 172304"/>
                <a:gd name="connsiteX35" fmla="*/ 832887 w 878752"/>
                <a:gd name="connsiteY35" fmla="*/ 147715 h 172304"/>
                <a:gd name="connsiteX36" fmla="*/ 806279 w 878752"/>
                <a:gd name="connsiteY36" fmla="*/ 128090 h 172304"/>
                <a:gd name="connsiteX37" fmla="*/ 783142 w 878752"/>
                <a:gd name="connsiteY37" fmla="*/ 140492 h 172304"/>
                <a:gd name="connsiteX38" fmla="*/ 832070 w 878752"/>
                <a:gd name="connsiteY38" fmla="*/ 172305 h 17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78752" h="172304">
                  <a:moveTo>
                    <a:pt x="63265" y="171063"/>
                  </a:moveTo>
                  <a:cubicBezTo>
                    <a:pt x="72275" y="171063"/>
                    <a:pt x="80267" y="170236"/>
                    <a:pt x="84767" y="169610"/>
                  </a:cubicBezTo>
                  <a:lnTo>
                    <a:pt x="84767" y="144830"/>
                  </a:lnTo>
                  <a:cubicBezTo>
                    <a:pt x="80072" y="145320"/>
                    <a:pt x="75358" y="145593"/>
                    <a:pt x="70639" y="145646"/>
                  </a:cubicBezTo>
                  <a:cubicBezTo>
                    <a:pt x="59176" y="145646"/>
                    <a:pt x="50376" y="143589"/>
                    <a:pt x="50376" y="118586"/>
                  </a:cubicBezTo>
                  <a:lnTo>
                    <a:pt x="50376" y="65493"/>
                  </a:lnTo>
                  <a:cubicBezTo>
                    <a:pt x="50376" y="64040"/>
                    <a:pt x="51393" y="63011"/>
                    <a:pt x="52830" y="63011"/>
                  </a:cubicBezTo>
                  <a:lnTo>
                    <a:pt x="80466" y="63011"/>
                  </a:lnTo>
                  <a:lnTo>
                    <a:pt x="80466" y="39663"/>
                  </a:lnTo>
                  <a:lnTo>
                    <a:pt x="52830" y="39663"/>
                  </a:lnTo>
                  <a:cubicBezTo>
                    <a:pt x="51524" y="39713"/>
                    <a:pt x="50426" y="38683"/>
                    <a:pt x="50376" y="37362"/>
                  </a:cubicBezTo>
                  <a:cubicBezTo>
                    <a:pt x="50374" y="37305"/>
                    <a:pt x="50374" y="37249"/>
                    <a:pt x="50376" y="37191"/>
                  </a:cubicBezTo>
                  <a:lnTo>
                    <a:pt x="50376" y="0"/>
                  </a:lnTo>
                  <a:lnTo>
                    <a:pt x="22120" y="0"/>
                  </a:lnTo>
                  <a:lnTo>
                    <a:pt x="22120" y="37393"/>
                  </a:lnTo>
                  <a:cubicBezTo>
                    <a:pt x="22120" y="38846"/>
                    <a:pt x="21092" y="39875"/>
                    <a:pt x="19656" y="39875"/>
                  </a:cubicBezTo>
                  <a:lnTo>
                    <a:pt x="0" y="39875"/>
                  </a:lnTo>
                  <a:lnTo>
                    <a:pt x="0" y="63224"/>
                  </a:lnTo>
                  <a:lnTo>
                    <a:pt x="19656" y="63224"/>
                  </a:lnTo>
                  <a:cubicBezTo>
                    <a:pt x="21092" y="63224"/>
                    <a:pt x="22120" y="64252"/>
                    <a:pt x="22120" y="65694"/>
                  </a:cubicBezTo>
                  <a:lnTo>
                    <a:pt x="22120" y="125821"/>
                  </a:lnTo>
                  <a:cubicBezTo>
                    <a:pt x="22120" y="171063"/>
                    <a:pt x="52012" y="171063"/>
                    <a:pt x="63265" y="171063"/>
                  </a:cubicBezTo>
                  <a:moveTo>
                    <a:pt x="832070" y="172305"/>
                  </a:moveTo>
                  <a:cubicBezTo>
                    <a:pt x="855206" y="172305"/>
                    <a:pt x="878752" y="158048"/>
                    <a:pt x="878752" y="130987"/>
                  </a:cubicBezTo>
                  <a:cubicBezTo>
                    <a:pt x="878752" y="113219"/>
                    <a:pt x="867698" y="101019"/>
                    <a:pt x="845180" y="93594"/>
                  </a:cubicBezTo>
                  <a:lnTo>
                    <a:pt x="829814" y="88428"/>
                  </a:lnTo>
                  <a:cubicBezTo>
                    <a:pt x="819378" y="84916"/>
                    <a:pt x="814459" y="79952"/>
                    <a:pt x="814459" y="73142"/>
                  </a:cubicBezTo>
                  <a:cubicBezTo>
                    <a:pt x="814459" y="65292"/>
                    <a:pt x="821423" y="59913"/>
                    <a:pt x="831252" y="59913"/>
                  </a:cubicBezTo>
                  <a:cubicBezTo>
                    <a:pt x="840670" y="59913"/>
                    <a:pt x="849060" y="66120"/>
                    <a:pt x="854389" y="76854"/>
                  </a:cubicBezTo>
                  <a:lnTo>
                    <a:pt x="877117" y="64464"/>
                  </a:lnTo>
                  <a:cubicBezTo>
                    <a:pt x="868726" y="47110"/>
                    <a:pt x="851316" y="36364"/>
                    <a:pt x="831252" y="36364"/>
                  </a:cubicBezTo>
                  <a:cubicBezTo>
                    <a:pt x="805859" y="36364"/>
                    <a:pt x="787443" y="52891"/>
                    <a:pt x="787443" y="75412"/>
                  </a:cubicBezTo>
                  <a:cubicBezTo>
                    <a:pt x="787443" y="93382"/>
                    <a:pt x="798087" y="105369"/>
                    <a:pt x="819986" y="112391"/>
                  </a:cubicBezTo>
                  <a:lnTo>
                    <a:pt x="835762" y="117557"/>
                  </a:lnTo>
                  <a:cubicBezTo>
                    <a:pt x="846816" y="121068"/>
                    <a:pt x="851526" y="125608"/>
                    <a:pt x="851526" y="132843"/>
                  </a:cubicBezTo>
                  <a:cubicBezTo>
                    <a:pt x="851526" y="143801"/>
                    <a:pt x="841489" y="147715"/>
                    <a:pt x="832887" y="147715"/>
                  </a:cubicBezTo>
                  <a:cubicBezTo>
                    <a:pt x="821423" y="147715"/>
                    <a:pt x="811187" y="140279"/>
                    <a:pt x="806279" y="128090"/>
                  </a:cubicBezTo>
                  <a:lnTo>
                    <a:pt x="783142" y="140492"/>
                  </a:lnTo>
                  <a:cubicBezTo>
                    <a:pt x="790714" y="160116"/>
                    <a:pt x="809341" y="172305"/>
                    <a:pt x="832070" y="172305"/>
                  </a:cubicBezTo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050F96-06C8-BF12-20BD-3F8174426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GB"/>
              <a:t>© Bmatix 2026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1901666"/>
      </p:ext>
    </p:extLst>
  </p:cSld>
  <p:clrMapOvr>
    <a:masterClrMapping/>
  </p:clrMapOvr>
</p:sld>
</file>

<file path=ppt/theme/theme1.xml><?xml version="1.0" encoding="utf-8"?>
<a:theme xmlns:a="http://schemas.openxmlformats.org/drawingml/2006/main" name="bmatix full ">
  <a:themeElements>
    <a:clrScheme name="BMATIX 2025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151F6D"/>
      </a:accent1>
      <a:accent2>
        <a:srgbClr val="FF6900"/>
      </a:accent2>
      <a:accent3>
        <a:srgbClr val="00A6FB"/>
      </a:accent3>
      <a:accent4>
        <a:srgbClr val="83DD63"/>
      </a:accent4>
      <a:accent5>
        <a:srgbClr val="5E669F"/>
      </a:accent5>
      <a:accent6>
        <a:srgbClr val="D65800"/>
      </a:accent6>
      <a:hlink>
        <a:srgbClr val="151F6D"/>
      </a:hlink>
      <a:folHlink>
        <a:srgbClr val="FF6900"/>
      </a:folHlink>
    </a:clrScheme>
    <a:fontScheme name="Bmatix 2025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2"/>
          </a:solidFill>
        </a:ln>
      </a:spPr>
      <a:bodyPr lIns="0" rIns="0" bIns="46800" rtlCol="0" anchor="ctr" anchorCtr="0"/>
      <a:lstStyle>
        <a:defPPr algn="ctr">
          <a:defRPr b="1" noProof="0" dirty="0" smtClean="0">
            <a:solidFill>
              <a:schemeClr val="bg1"/>
            </a:solidFill>
            <a:latin typeface="+mj-lt"/>
            <a:ea typeface="Calibri" panose="020F0502020204030204" pitchFamily="34" charset="0"/>
            <a:cs typeface="Calibri" panose="020F0502020204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bmatix full </vt:lpstr>
      <vt:lpstr>Title</vt:lpstr>
      <vt:lpstr>Title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Xander Van Oostende | Bmatix BE</dc:creator>
  <cp:lastModifiedBy>Xander Van Oostende | Bmatix BE</cp:lastModifiedBy>
  <cp:revision>1</cp:revision>
  <dcterms:created xsi:type="dcterms:W3CDTF">2026-05-26T11:18:28Z</dcterms:created>
  <dcterms:modified xsi:type="dcterms:W3CDTF">2026-05-26T11:49:36Z</dcterms:modified>
</cp:coreProperties>
</file>